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embuka" id="{374ceeed-4276-feed-905b-7d9f24ba36fb}">
          <p14:sldIdLst>
            <p14:sldId id="256"/>
            <p14:sldId id="257"/>
            <p14:sldId id="258"/>
            <p14:sldId id="259"/>
          </p14:sldIdLst>
        </p14:section>
        <p14:section name="Mengenal KAPDH Apps" id="{066dd3cc-97a7-bbd6-4e83-adc04fc71e10}">
          <p14:sldIdLst>
            <p14:sldId id="260"/>
            <p14:sldId id="261"/>
            <p14:sldId id="262"/>
            <p14:sldId id="263"/>
            <p14:sldId id="264"/>
            <p14:sldId id="265"/>
            <p14:sldId id="266"/>
            <p14:sldId id="267"/>
            <p14:sldId id="268"/>
            <p14:sldId id="269"/>
          </p14:sldIdLst>
        </p14:section>
        <p14:section name="Mari Bergabung Hari Ini" id="{b9e3a629-7cf2-d827-951e-2b392ae76b4c}">
          <p14:sldIdLst>
            <p14:sldId id="270"/>
            <p14:sldId id="271"/>
            <p14:sldId id="272"/>
          </p14:sldIdLst>
        </p14:section>
        <p14:section name="Ajakan" id="{8fc4569f-71c7-070f-ceb9-2632c35b377d}">
          <p14:sldIdLst>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Assalamu'alaikum warahmatullahi wabarakatuh. Alhamdulillah, segala puji bagi Allah SWT yang telah mempertemukan kita dalam silaturahmi alumni lintas angkatan ini. Bapak, Ibu, dan sahabat alumni Darel Hikmah yang kami hormati, pada kesempatan ini kami memperkenalkan KAPDH Apps, aplikasi resmi Perkumpulan Keluarga Alumni Pesantren Darel Hikmah. Kami akan menunjukkan apa saja yang dapat dilakukan dengan aplikasi ini, bagaimana data Anda dijaga, dan bagaimana cara bergabung hari ini juga. Silakan siapkan ponsel Anda, karena di akhir sesi kita akan membuka halaman unduh bersama-sama.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Ada enam hal yang akan kita bahas bersama. Pertama, alasan KAPDH Apps hadir. Kedua, layanan untuk anggota, lengkap dengan contoh tampilan layarnya. Ketiga, sekilas web admin yang dipakai pengurus untuk melayani anggota. Keempat, legalitas perkumpulan dan cara kami menjaga data pribadi Anda. Kelima, langkah bergabung yang dapat Bapak dan Ibu lakukan hari ini. Terakhir, agenda kegiatan setelah peluncuran, lalu kita buka sesi tanya jawab. Bila ada pertanyaan di tengah pemaparan, mohon dicatat dahulu. Insyaallah semuanya kita jawab di akhir acara.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Mengapa aplikasi ini kita perlukan? Keluarga besar alumni Darel Hikmah tumbuh dari angkatan ke angkatan dan kini tinggal di berbagai kota. KAPDH Apps hadir sebagai media komunikasi dan informasi untuk menghubungkan alumni di seluruh Indonesia. Pendaftaran anggota, iuran, Kartu Tanda Anggota, berita organisasi, kegiatan, dan silaturahmi antaralumni sekarang tersambung pada satu identitas keanggotaan. Artinya, dengan satu akun di ponsel, Bapak dan Ibu dapat mengikuti kabar organisasi, memantau status keanggotaan sendiri, dan menyapa kembali sahabat lama.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Mari kita lihat perbedaannya. Selama ini urusan keanggotaan berjalan sendiri-sendiri. Pendaftaran, iuran, dan kabar kegiatan tidak berada di satu tempat. Anggota sulit memastikan apakah iurannya sudah diterima dan sampai kapan keanggotaannya berlaku, sementara pengurus banyak bergantung pada pesan pribadi. Dengan KAPDH Apps, semuanya menyatu. Status pembayaran dan masa aktif KTA dapat Bapak dan Ibu lihat sendiri kapan saja. Pengurus memproses iuran dengan tertib, dan setiap keputusan tercatat. Yang paling kita nantikan, sesama alumni dapat saling menemukan menurut angkatan, kota, atau profesi.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Baik, sekarang kita mengenal KAPDH Apps lebih dekat. Platform ini terdiri atas tiga bagian yang saling terhubung. Pertama, aplikasi anggota di ponsel Android dan iPhone, yang akan Bapak dan Ibu pakai sehari-hari. Kedua, web admin di alamat admin.kapdh.or.id, tempat pengurus memverifikasi iuran dan mengelola layanan. Ketiga, situs kapdh.or.id untuk umum, berisi informasi organisasi, halaman unduh, pemeriksaan keaslian KTA, dan pusat bantuan. Perlu diingat, anggota memakai aplikasi di ponsel. Tidak ada versi web untuk anggota.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Inilah enam layanan utama di aplikasi anggota. Pertama, KTA digital berkode QR yang dapat diperiksa keasliannya. Kedua, iuran keanggotaan: bayar ke tujuan resmi organisasi, unggah bukti, lalu pantau keputusan pengurus dari aplikasi. Ketiga, Beranda dan notifikasi, tempat berita, pengumuman, serta pemberitahuan resmi tentang pembayaran, masa keanggotaan, kegiatan, dan keamanan akun. Keempat, Event dan tiket untuk mendaftar kegiatan. Kelima, Jejaring, yaitu direktori sesama anggota. Keenam, Pesan dan Pesan Grup untuk berkirim teks dan gambar. Jejaring, pesan, dan pendaftaran event adalah layanan bagi anggota yang keanggotaannya aktif. Satu per satu kita lihat tampilannya.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Mendaftar cukup dari ponsel. Di layar pembuka, ketuk Daftar KAPDH Apps. Isi nama lengkap, jenis kelamin, email, password, angkatan, serta kelas masuk dan kelas keluar. Mohon pastikan angkatan dan kelas sudah benar, karena data itu dipakai untuk menyusun nomor anggota dan setelahnya hanya dapat dikoreksi pengurus. Setujui Kebijakan Privasi dan Ketentuan Layanan, lalu masukkan kode 6 digit yang dikirim ke email. Kode berlaku 10 menit, dan bila belum masuk, periksa juga folder spam. Data pendataan lama tidak dipindahkan otomatis, sehingga anggota lama pun perlu mendaftar sendiri. Aplikasi ini untuk alumni berusia 18 tahun ke atas.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Setelah email terverifikasi, KTA Anda dibuat dengan status Tidak Aktif dan menjadi aktif setelah iuran pendaftaran diverifikasi pengurus. Iuran ini adalah iuran keanggotaan organisasi, bukan pembelian aplikasi. Aplikasinya sendiri diunduh tanpa biaya. Nominal ditetapkan pengurus dan selalu tampil di aplikasi; angka di layar ini hanya contoh. Bayarlah hanya ke tujuan yang tampil di aplikasi, lalu unggah foto bukti atau berkas PDF dan ketuk Kirim bukti pembayaran. Pengurus mencocokkan bukti dengan dana yang benar-benar masuk, lalu hasilnya dikabarkan lewat notifikasi dan email. Mohon waspada: jangan pernah mentransfer ke rekening yang dikirim lewat pesan pribadi, walaupun mengatasnamakan pengurus.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Inilah Kartu Tanda Anggota digital. Kartu memuat nama, angkatan dan kode angkatan, profesi utama, kota, nomor anggota, kode QR, dan masa berlaku. Siapa pun dapat memeriksa keaslian KTA dengan memindai kode QR-nya. Hasilnya hanya menampilkan status keanggotaan dan identitas terbatas, tanpa email, nomor telepon, maupun alamat. Saat sinyal sulit, KTA yang sudah tersinkron tetap dapat ditunjukkan tanpa internet sampai 7 hari, seperti layar di sebelah kanan. Masa keanggotaan 12 bulan, dan perpanjangan dibuka 30 hari sebelum berakhir. Bila memperpanjang lebih awal, sisa masa aktif tidak hilang. Satu pesan: tunjukkan KTA langsung dari aplikasi, bukan dari tangkapan layar lama.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Kegiatan alumni kini cukup dipantau dari tab Event. Di sana tercantum jadwal, lokasi, kuota, dan biaya bila ada. Ketuk Daftar Sekarang untuk mendaftar. Untuk event gratis, tiket langsung terbit. Untuk event berbayar, tiket terbit setelah pembayaran diverifikasi pengurus. Setiap tiket berlaku untuk satu orang, yaitu anggota yang mendaftar. Pada acara tatap muka, tunjukkan kode QR tiket kepada petugas. Satu QR hanya dapat dipindai satu kali, jadi mohon tidak dibagikan. Setelah dipindai, tiket berstatus Sudah Check-in seperti layar di sebelah kanan. Nama acara, tanggal, dan tempat pada layar ini adalah contoh tampilan; jadwal resmi selalu dilihat di tab Event.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Inilah fitur yang paling dekat dengan semangat silaturahmi kita. Di tab Jejaring, Bapak dan Ibu dapat mencari sesama anggota menurut nama, angkatan, kelas, kota, profesi, atau keahlian. Misalnya, mencari sahabat seangkatan yang kini tinggal di kota yang sama, atau alumni yang berprofesi dokter dan guru. Buka profilnya, lalu ketuk Kirim Pesan. Ada juga Pesan Grup untuk berbincang bersama. Direktori ini hanya dapat dibuka sesama anggota aktif. Bila ada yang berlaku tidak pantas, Anda dapat memblokir dan melaporkannya kepada pengurus. Satu catatan, pesan di aplikasi tidak dienkripsi end-to-end, jadi jangan kirim password, kode OTP, atau data rekening lewat pesan.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Profil alumni kini lebih lengkap. Di menu Akun, Ubah profil, Bapak dan Ibu dapat mencantumkan hingga lima profesi, sepuluh keahlian, sepuluh riwayat pendidikan setelah pondok, dan sepuluh tautan media sosial seperti Instagram atau LinkedIn. Profesi pertama menjadi profesi utama dan tampil di KTA. Semua isian ini tidak wajib, silakan diisi sesuai kebutuhan. Yang penting, privasi tetap di tangan Anda. Nomor telepon, email, dan media sosial tersembunyi secara bawaan, dan baru terlihat oleh sesama anggota aktif bila Anda menyalakannya di Privasi profil. Bila tidak ingin tampil di Jejaring sama sekali, cukup matikan satu sakelar.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 balik aplikasi anggota, pengurus bekerja melalui web admin. Layar ini adalah antrean Verifikasi Pembayaran: pengurus membuka bukti, mencocokkannya dengan dana yang masuk ke rekening organisasi, lalu menyetujui atau menolak. Selain itu ada pengelolaan anggota, berita dan banner, event dan check-in, moderasi laporan, notifikasi, serta pengaturan. Untuk menjaga amanah, akun pengurus terpisah dari akun alumninya, wajib autentikasi dua langkah, dan keluar otomatis setelah 30 menit tidak aktif. Setiap pengurus hanya mendapat izin sesuai tugasnya, tindakan penting tercatat dalam jejak audit, dan pengurus tidak dapat memutuskan pembayaran miliknya sendiri. Pengurus juga tidak memiliki fitur untuk membaca percakapan anggota.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Bapak dan Ibu tentu ingin tahu, siapa yang mengelola aplikasi ini dan bagaimana data kita dijaga. KAPDH adalah perkumpulan berbadan hukum. Akta pendiriannya Nomor 01 tanggal 27 Maret 2023, dan pendiriannya disahkan Keputusan Menteri Hukum dan HAM tanggal 11 April 2023. Sesuai Anggaran Dasar, seluruh kekayaan perkumpulan, termasuk iuran anggota, dipergunakan untuk mencapai maksud dan tujuan perkumpulan. Tentang data, Kebijakan Privasi kami mengacu pada Undang-Undang Nomor 27 Tahun 2022 tentang Pelindungan Data Pribadi. Kami tidak meminta NIK, tidak menampilkan iklan, dan tidak menjual data pribadi. Basis data dan berkas utama disimpan di Indonesia. Setiap pengurus hanya mendapat izin sesuai tugasnya, dan tindakan penting tercatat. Akun dapat dihapus kapan saja, dan penghapusan selesai paling lambat tujuh hari kalender. Rinciannya ada di halaman Kebijakan Privasi di kapdh.or.id.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Bapak dan Ibu sudah melihat apa saja yang ditawarkan KAPDH Apps. Sekarang bagian yang paling penting, yaitu bergabung. Kami mengajak seluruh sahabat alumni, baik yang baru maupun anggota lama, untuk mendaftar hari ini juga. Prosesnya hanya lima langkah, dan semuanya dilakukan dari ponsel. Setelah itu, kami juga akan menyampaikan agenda kegiatan yang dapat diikuti setelah peluncuran ini. Mari kita lihat langkah-langkahnya satu per satu.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Mari kita ringkas menjadi lima langkah yang dapat langsung dipraktikkan. Pertama, buka kapdh.or.id/unduh dan pasang aplikasi dari tombol resmi di halaman itu. Kedua, ketuk Daftar KAPDH Apps dan isi data Anda dengan teliti, terutama angkatan dan kelas. Ketiga, setujui Kebijakan Privasi dan Ketentuan Layanan, lalu masukkan kode dari email. Keempat, tunaikan iuran pendaftaran ke tujuan resmi yang tampil di aplikasi, kemudian unggah buktinya. Kelima, tunggu verifikasi pengurus. Kabarnya datang lewat notifikasi dan email, dan sejak itu KTA digital Anda aktif selama 12 bulan. Bila menemui kendala, mohon dicatat dahulu dan sampaikan pada sesi tanya jawab, atau buka halaman Bantuan.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Peluncuran hari ini barulah awal. Insyaallah, pengurus telah menyiapkan dua kegiatan berikutnya. Pertama, Temu Jejaring Alumni Lintas Profesi, pertemuan daring yang gratis untuk berbagi pengalaman di bidang profesi masing-masing. Sebelum acara, lengkapi profesi dan keahlian di profil Anda agar mudah ditemukan. Kedua, Halal Bihalal dan Silaturahmi Akbar Alumni secara tatap muka di Pekanbaru, dengan tiket QR dan check-in di lokasi. Jadwal, tempat, dan cara pendaftaran kedua kegiatan ini selalu dapat dilihat di tab Event. Untuk acara daring, tautan pertemuan diumumkan melalui berita di Beranda aplikasi, jadi mohon izinkan notifikasi agar kabarnya tidak terlewat.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Mari kita mulai sekarang. Silakan arahkan kamera ponsel ke kode QR di layar, atau ketik alamat kapdh.or.id/unduh. Halaman itu memuat tombol Google Play dan App Store, langkah bergabung, dan persyaratan perangkat. Mohon pasang aplikasi hanya melalui tombol resmi di halaman tersebut, bukan dari berkas kiriman orang lain. Aplikasi dapat diunduh tanpa biaya. Setelah terpasang, langsung saja mendaftar. Kami beri waktu sejenak, dan bila ada kendala, silakan sampaikan pada sesi tanya jawab. Bila Bapak dan Ibu ingin membaca panduan lengkap, buka halaman Bantuan di kapdh.or.id/bantuan, yang juga tersedia di menu Akun di dalam aplikasi.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Jazakumullahu khairan atas perhatian Bapak dan Ibu sekalian. Sesuai semboyan kita, mengabdi untuk umat, menjaga silaturahmi, dan meneladani akhlak mulia, mari jadikan KAPDH Apps sebagai rumah bersama keluarga besar alumni Darel Hikmah. Ajak sahabat seangkatan untuk bergabung. Bila ada pertanyaan, hubungi kami di bantuan@kapdh.or.id atau nomor WhatsApp dukungan yang tercantum di aplikasi. Ingat, pengurus KAPDH tidak pernah meminta password atau kode OTP Anda. Sekarang kita buka sesi tanya jawab. Wassalamu'alaikum warahmatullahi wabarakatuh.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KAPDH-Sampul-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KAPDH-Seksi-image-2.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image" Target="../media/KAPDH-Pernyataan-image-2.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image" Target="../media/KAPDH-Terang-image-2.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image" Target="../media/KAPDH-Terang-Kiri-image-1.png"/><Relationship Id="rId2"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image" Target="../media/image-1007-1.png"/><Relationship Id="rId2" Type="http://schemas.openxmlformats.org/officeDocument/2006/relationships/image" Target="../media/KAPDH-Gelap-image-2.pn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image" Target="../media/KAPDH-Penutup-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APDH Sampul">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0"/>
            <a:ext cx="6309360" cy="1783080"/>
          </a:xfrm>
          <a:prstGeom prst="rect">
            <a:avLst/>
          </a:prstGeom>
          <a:noFill/>
          <a:ln/>
        </p:spPr>
        <p:txBody>
          <a:bodyPr wrap="square" rtlCol="0"/>
          <a:lstStyle>
            <a:lvl1pPr algn="l" indent="0" marL="0">
              <a:lnSpc>
                <a:spcPct val="95000"/>
              </a:lnSpc>
              <a:buNone/>
              <a:defRPr lang="en-US" sz="5000" dirty="0">
                <a:solidFill>
                  <a:srgbClr val="FFFFFF"/>
                </a:solidFill>
                <a:latin typeface="Segoe UI Black" pitchFamily="34" charset="0"/>
                <a:ea typeface="Segoe UI Black" pitchFamily="34" charset="-122"/>
                <a:cs typeface="Segoe UI Black" pitchFamily="34" charset="-120"/>
              </a:defRPr>
            </a:lvl1pPr>
          </a:lstStyle>
          <a:p>
            <a:pPr algn="l" indent="0" marL="0">
              <a:lnSpc>
                <a:spcPct val="95000"/>
              </a:lnSpc>
              <a:buNone/>
            </a:pPr>
            <a:endParaRPr lang="en-US" sz="5000" dirty="0"/>
          </a:p>
        </p:txBody>
      </p:sp>
      <p:sp>
        <p:nvSpPr>
          <p:cNvPr id="3" name="Text 0"/>
          <p:cNvSpPr/>
          <p:nvPr>
            <p:ph idx="101" type="body" hasCustomPrompt="1"/>
          </p:nvPr>
        </p:nvSpPr>
        <p:spPr>
          <a:xfrm>
            <a:off x="548640" y="4206240"/>
            <a:ext cx="5760720" cy="1097280"/>
          </a:xfrm>
          <a:prstGeom prst="rect">
            <a:avLst/>
          </a:prstGeom>
          <a:noFill/>
          <a:ln/>
        </p:spPr>
        <p:txBody>
          <a:bodyPr wrap="square" rtlCol="0"/>
          <a:lstStyle>
            <a:lvl1pPr algn="l" indent="0" marL="0">
              <a:buNone/>
              <a:defRPr lang="en-US" sz="1900" dirty="0">
                <a:solidFill>
                  <a:srgbClr val="DCE6DA"/>
                </a:solidFill>
                <a:latin typeface="Segoe UI" pitchFamily="34" charset="0"/>
                <a:ea typeface="Segoe UI" pitchFamily="34" charset="-122"/>
                <a:cs typeface="Segoe UI" pitchFamily="34" charset="-120"/>
              </a:defRPr>
            </a:lvl1pPr>
          </a:lstStyle>
          <a:p>
            <a:pPr algn="l" indent="0" marL="0">
              <a:buNone/>
            </a:pPr>
            <a:endParaRPr lang="en-US" sz="19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APDH Seksi">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880360"/>
            <a:ext cx="10515600" cy="1051560"/>
          </a:xfrm>
          <a:prstGeom prst="rect">
            <a:avLst/>
          </a:prstGeom>
          <a:noFill/>
          <a:ln/>
        </p:spPr>
        <p:txBody>
          <a:bodyPr wrap="square" rtlCol="0"/>
          <a:lstStyle>
            <a:lvl1pPr algn="l" indent="0" marL="0">
              <a:buNone/>
              <a:defRPr lang="en-US" sz="4400" dirty="0">
                <a:solidFill>
                  <a:srgbClr val="FFFFFF"/>
                </a:solidFill>
                <a:latin typeface="Segoe UI Semibold" pitchFamily="34" charset="0"/>
                <a:ea typeface="Segoe UI Semibold" pitchFamily="34" charset="-122"/>
                <a:cs typeface="Segoe UI Semibold" pitchFamily="34" charset="-120"/>
              </a:defRPr>
            </a:lvl1pPr>
          </a:lstStyle>
          <a:p>
            <a:pPr algn="l" indent="0" marL="0">
              <a:buNone/>
            </a:pPr>
            <a:endParaRPr lang="en-US" sz="4400" dirty="0"/>
          </a:p>
        </p:txBody>
      </p:sp>
      <p:sp>
        <p:nvSpPr>
          <p:cNvPr id="3" name="Text 0"/>
          <p:cNvSpPr/>
          <p:nvPr>
            <p:ph idx="101" type="body" hasCustomPrompt="1"/>
          </p:nvPr>
        </p:nvSpPr>
        <p:spPr>
          <a:xfrm>
            <a:off x="548640" y="4023360"/>
            <a:ext cx="9144000" cy="1097280"/>
          </a:xfrm>
          <a:prstGeom prst="rect">
            <a:avLst/>
          </a:prstGeom>
          <a:noFill/>
          <a:ln/>
        </p:spPr>
        <p:txBody>
          <a:bodyPr wrap="square" rtlCol="0"/>
          <a:lstStyle>
            <a:lvl1pPr algn="l" indent="0" marL="0">
              <a:buNone/>
              <a:defRPr lang="en-US" sz="2000" dirty="0">
                <a:solidFill>
                  <a:srgbClr val="DCE6DA"/>
                </a:solidFill>
                <a:latin typeface="Segoe UI" pitchFamily="34" charset="0"/>
                <a:ea typeface="Segoe UI" pitchFamily="34" charset="-122"/>
                <a:cs typeface="Segoe UI" pitchFamily="34" charset="-120"/>
              </a:defRPr>
            </a:lvl1pPr>
          </a:lstStyle>
          <a:p>
            <a:pPr algn="l" indent="0" marL="0">
              <a:buNone/>
            </a:pPr>
            <a:endParaRPr lang="en-US" sz="2000" dirty="0"/>
          </a:p>
        </p:txBody>
      </p:sp>
      <p:pic>
        <p:nvPicPr>
          <p:cNvPr id="4" name="Image 0" descr="Logo KAPDH">    </p:cNvPr>
          <p:cNvPicPr>
            <a:picLocks noChangeAspect="1"/>
          </p:cNvPicPr>
          <p:nvPr/>
        </p:nvPicPr>
        <p:blipFill>
          <a:blip r:embed="rId1"/>
          <a:stretch>
            <a:fillRect/>
          </a:stretch>
        </p:blipFill>
        <p:spPr>
          <a:xfrm>
            <a:off x="11137392" y="292608"/>
            <a:ext cx="512064" cy="49784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KAPDH Pernyataa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011680"/>
            <a:ext cx="10241280" cy="1828800"/>
          </a:xfrm>
          <a:prstGeom prst="rect">
            <a:avLst/>
          </a:prstGeom>
          <a:noFill/>
          <a:ln/>
        </p:spPr>
        <p:txBody>
          <a:bodyPr wrap="square" rtlCol="0"/>
          <a:lstStyle>
            <a:lvl1pPr algn="l" indent="0" marL="0">
              <a:buNone/>
              <a:defRPr lang="en-US" sz="3800" dirty="0">
                <a:solidFill>
                  <a:srgbClr val="FFFFFF"/>
                </a:solidFill>
                <a:latin typeface="Segoe UI Semibold" pitchFamily="34" charset="0"/>
                <a:ea typeface="Segoe UI Semibold" pitchFamily="34" charset="-122"/>
                <a:cs typeface="Segoe UI Semibold" pitchFamily="34" charset="-120"/>
              </a:defRPr>
            </a:lvl1pPr>
          </a:lstStyle>
          <a:p>
            <a:pPr algn="l" indent="0" marL="0">
              <a:buNone/>
            </a:pPr>
            <a:endParaRPr lang="en-US" sz="3800" dirty="0"/>
          </a:p>
        </p:txBody>
      </p:sp>
      <p:sp>
        <p:nvSpPr>
          <p:cNvPr id="3" name="Text 0"/>
          <p:cNvSpPr/>
          <p:nvPr>
            <p:ph idx="101" type="body" hasCustomPrompt="1"/>
          </p:nvPr>
        </p:nvSpPr>
        <p:spPr>
          <a:xfrm>
            <a:off x="548640" y="4023360"/>
            <a:ext cx="9509760" cy="1463040"/>
          </a:xfrm>
          <a:prstGeom prst="rect">
            <a:avLst/>
          </a:prstGeom>
          <a:noFill/>
          <a:ln/>
        </p:spPr>
        <p:txBody>
          <a:bodyPr wrap="square" rtlCol="0"/>
          <a:lstStyle>
            <a:lvl1pPr algn="l" indent="0" marL="0">
              <a:buNone/>
              <a:defRPr lang="en-US" sz="2000" dirty="0">
                <a:solidFill>
                  <a:srgbClr val="DCE6DA"/>
                </a:solidFill>
                <a:latin typeface="Segoe UI" pitchFamily="34" charset="0"/>
                <a:ea typeface="Segoe UI" pitchFamily="34" charset="-122"/>
                <a:cs typeface="Segoe UI" pitchFamily="34" charset="-120"/>
              </a:defRPr>
            </a:lvl1pPr>
          </a:lstStyle>
          <a:p>
            <a:pPr algn="l" indent="0" marL="0">
              <a:buNone/>
            </a:pPr>
            <a:endParaRPr lang="en-US" sz="2000" dirty="0"/>
          </a:p>
        </p:txBody>
      </p:sp>
      <p:pic>
        <p:nvPicPr>
          <p:cNvPr id="4" name="Image 0" descr="Logo KAPDH">    </p:cNvPr>
          <p:cNvPicPr>
            <a:picLocks noChangeAspect="1"/>
          </p:cNvPicPr>
          <p:nvPr/>
        </p:nvPicPr>
        <p:blipFill>
          <a:blip r:embed="rId1"/>
          <a:stretch>
            <a:fillRect/>
          </a:stretch>
        </p:blipFill>
        <p:spPr>
          <a:xfrm>
            <a:off x="11137392" y="292608"/>
            <a:ext cx="512064" cy="497840"/>
          </a:xfrm>
          <a:prstGeom prst="rect">
            <a:avLst/>
          </a:prstGeom>
        </p:spPr>
      </p:pic>
      <p:sp>
        <p:nvSpPr>
          <p:cNvPr id="5" name="Text 0"/>
          <p:cNvSpPr/>
          <p:nvPr/>
        </p:nvSpPr>
        <p:spPr>
          <a:xfrm>
            <a:off x="548640" y="6382512"/>
            <a:ext cx="5486400" cy="274320"/>
          </a:xfrm>
          <a:prstGeom prst="rect">
            <a:avLst/>
          </a:prstGeom>
          <a:noFill/>
          <a:ln/>
        </p:spPr>
        <p:txBody>
          <a:bodyPr wrap="square" lIns="0" tIns="0" rIns="0" bIns="0" rtlCol="0" anchor="ctr"/>
          <a:lstStyle/>
          <a:p>
            <a:pPr indent="0" marL="0">
              <a:buNone/>
            </a:pPr>
            <a:r>
              <a:rPr lang="en-US" sz="1000" dirty="0">
                <a:solidFill>
                  <a:srgbClr val="9DB39A"/>
                </a:solidFill>
                <a:latin typeface="Segoe UI" pitchFamily="34" charset="0"/>
                <a:ea typeface="Segoe UI" pitchFamily="34" charset="-122"/>
                <a:cs typeface="Segoe UI" pitchFamily="34" charset="-120"/>
              </a:rPr>
              <a:t>KAPDH Apps · Peluncuran Resmi</a:t>
            </a:r>
            <a:endParaRPr lang="en-US" sz="10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E6D312"/>
                </a:solidFill>
                <a:latin typeface="Segoe UI Semibold"/>
                <a:ea typeface="Segoe UI Semibold"/>
                <a:cs typeface="Segoe UI Semibold"/>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KAPDH Terang">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640080"/>
            <a:ext cx="10332720" cy="914400"/>
          </a:xfrm>
          <a:prstGeom prst="rect">
            <a:avLst/>
          </a:prstGeom>
          <a:noFill/>
          <a:ln/>
        </p:spPr>
        <p:txBody>
          <a:bodyPr wrap="square" rtlCol="0"/>
          <a:lstStyle>
            <a:lvl1pPr algn="l" indent="0" marL="0">
              <a:buNone/>
              <a:defRPr lang="en-US" sz="2800" dirty="0">
                <a:solidFill>
                  <a:srgbClr val="143A12"/>
                </a:solidFill>
                <a:latin typeface="Segoe UI Semibold" pitchFamily="34" charset="0"/>
                <a:ea typeface="Segoe UI Semibold" pitchFamily="34" charset="-122"/>
                <a:cs typeface="Segoe UI Semibold" pitchFamily="34" charset="-120"/>
              </a:defRPr>
            </a:lvl1pPr>
          </a:lstStyle>
          <a:p>
            <a:pPr algn="l" indent="0" marL="0">
              <a:buNone/>
            </a:pPr>
            <a:endParaRPr lang="en-US" sz="2800" dirty="0"/>
          </a:p>
        </p:txBody>
      </p:sp>
      <p:pic>
        <p:nvPicPr>
          <p:cNvPr id="3" name="Image 0" descr="Logo KAPDH">    </p:cNvPr>
          <p:cNvPicPr>
            <a:picLocks noChangeAspect="1"/>
          </p:cNvPicPr>
          <p:nvPr/>
        </p:nvPicPr>
        <p:blipFill>
          <a:blip r:embed="rId1"/>
          <a:stretch>
            <a:fillRect/>
          </a:stretch>
        </p:blipFill>
        <p:spPr>
          <a:xfrm>
            <a:off x="11137392" y="292608"/>
            <a:ext cx="512064" cy="497840"/>
          </a:xfrm>
          <a:prstGeom prst="rect">
            <a:avLst/>
          </a:prstGeom>
        </p:spPr>
      </p:pic>
      <p:sp>
        <p:nvSpPr>
          <p:cNvPr id="4" name="Text 0"/>
          <p:cNvSpPr/>
          <p:nvPr/>
        </p:nvSpPr>
        <p:spPr>
          <a:xfrm>
            <a:off x="548640" y="6382512"/>
            <a:ext cx="5486400" cy="274320"/>
          </a:xfrm>
          <a:prstGeom prst="rect">
            <a:avLst/>
          </a:prstGeom>
          <a:noFill/>
          <a:ln/>
        </p:spPr>
        <p:txBody>
          <a:bodyPr wrap="square" lIns="0" tIns="0" rIns="0" bIns="0" rtlCol="0" anchor="ctr"/>
          <a:lstStyle/>
          <a:p>
            <a:pPr indent="0" marL="0">
              <a:buNone/>
            </a:pPr>
            <a:r>
              <a:rPr lang="en-US" sz="1000" dirty="0">
                <a:solidFill>
                  <a:srgbClr val="5E665C"/>
                </a:solidFill>
                <a:latin typeface="Segoe UI" pitchFamily="34" charset="0"/>
                <a:ea typeface="Segoe UI" pitchFamily="34" charset="-122"/>
                <a:cs typeface="Segoe UI" pitchFamily="34" charset="-120"/>
              </a:rPr>
              <a:t>KAPDH Apps · Peluncuran Resmi</a:t>
            </a:r>
            <a:endParaRPr lang="en-US" sz="10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A4B17"/>
                </a:solidFill>
                <a:latin typeface="Segoe UI Semibold"/>
                <a:ea typeface="Segoe UI Semibold"/>
                <a:cs typeface="Segoe UI Semibold"/>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KAPDH Terang Kiri">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640080"/>
            <a:ext cx="5486400" cy="1051560"/>
          </a:xfrm>
          <a:prstGeom prst="rect">
            <a:avLst/>
          </a:prstGeom>
          <a:noFill/>
          <a:ln/>
        </p:spPr>
        <p:txBody>
          <a:bodyPr wrap="square" rtlCol="0"/>
          <a:lstStyle>
            <a:lvl1pPr algn="l" indent="0" marL="0">
              <a:buNone/>
              <a:defRPr lang="en-US" sz="2800" dirty="0">
                <a:solidFill>
                  <a:srgbClr val="143A12"/>
                </a:solidFill>
                <a:latin typeface="Segoe UI Semibold" pitchFamily="34" charset="0"/>
                <a:ea typeface="Segoe UI Semibold" pitchFamily="34" charset="-122"/>
                <a:cs typeface="Segoe UI Semibold" pitchFamily="34" charset="-120"/>
              </a:defRPr>
            </a:lvl1pPr>
          </a:lstStyle>
          <a:p>
            <a:pPr algn="l" indent="0" marL="0">
              <a:buNone/>
            </a:pPr>
            <a:endParaRPr lang="en-US" sz="2800" dirty="0"/>
          </a:p>
        </p:txBody>
      </p:sp>
      <p:sp>
        <p:nvSpPr>
          <p:cNvPr id="3" name="Text 0"/>
          <p:cNvSpPr/>
          <p:nvPr/>
        </p:nvSpPr>
        <p:spPr>
          <a:xfrm>
            <a:off x="548640" y="6382512"/>
            <a:ext cx="5486400" cy="274320"/>
          </a:xfrm>
          <a:prstGeom prst="rect">
            <a:avLst/>
          </a:prstGeom>
          <a:noFill/>
          <a:ln/>
        </p:spPr>
        <p:txBody>
          <a:bodyPr wrap="square" lIns="0" tIns="0" rIns="0" bIns="0" rtlCol="0" anchor="ctr"/>
          <a:lstStyle/>
          <a:p>
            <a:pPr indent="0" marL="0">
              <a:buNone/>
            </a:pPr>
            <a:r>
              <a:rPr lang="en-US" sz="1000" dirty="0">
                <a:solidFill>
                  <a:srgbClr val="5E665C"/>
                </a:solidFill>
                <a:latin typeface="Segoe UI" pitchFamily="34" charset="0"/>
                <a:ea typeface="Segoe UI" pitchFamily="34" charset="-122"/>
                <a:cs typeface="Segoe UI" pitchFamily="34" charset="-120"/>
              </a:rPr>
              <a:t>KAPDH Apps · Peluncuran Resmi</a:t>
            </a:r>
            <a:endParaRPr lang="en-US" sz="10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A4B17"/>
                </a:solidFill>
                <a:latin typeface="Segoe UI Semibold"/>
                <a:ea typeface="Segoe UI Semibold"/>
                <a:cs typeface="Segoe UI Semibold"/>
              </a:defRPr>
            </a:lvl1pPr>
          </a:lstStyle>
          <a:p>
            <a:pPr algn="r"/>
            <a:fld id="{F7021451-1387-4CA6-816F-3879F97B5CBC}" type="slidenum">
              <a:rPr b="0" lang="en-US"/>
              <a:t>1006</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KAPDH Gelap">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640080"/>
            <a:ext cx="6858000" cy="1005840"/>
          </a:xfrm>
          <a:prstGeom prst="rect">
            <a:avLst/>
          </a:prstGeom>
          <a:noFill/>
          <a:ln/>
        </p:spPr>
        <p:txBody>
          <a:bodyPr wrap="square" rtlCol="0"/>
          <a:lstStyle>
            <a:lvl1pPr algn="l" indent="0" marL="0">
              <a:buNone/>
              <a:defRPr lang="en-US" sz="3000" dirty="0">
                <a:solidFill>
                  <a:srgbClr val="FFFFFF"/>
                </a:solidFill>
                <a:latin typeface="Segoe UI Semibold" pitchFamily="34" charset="0"/>
                <a:ea typeface="Segoe UI Semibold" pitchFamily="34" charset="-122"/>
                <a:cs typeface="Segoe UI Semibold" pitchFamily="34" charset="-120"/>
              </a:defRPr>
            </a:lvl1pPr>
          </a:lstStyle>
          <a:p>
            <a:pPr algn="l" indent="0" marL="0">
              <a:buNone/>
            </a:pPr>
            <a:endParaRPr lang="en-US" sz="3000" dirty="0"/>
          </a:p>
        </p:txBody>
      </p:sp>
      <p:pic>
        <p:nvPicPr>
          <p:cNvPr id="3" name="Image 0" descr="Logo KAPDH">    </p:cNvPr>
          <p:cNvPicPr>
            <a:picLocks noChangeAspect="1"/>
          </p:cNvPicPr>
          <p:nvPr/>
        </p:nvPicPr>
        <p:blipFill>
          <a:blip r:embed="rId1"/>
          <a:stretch>
            <a:fillRect/>
          </a:stretch>
        </p:blipFill>
        <p:spPr>
          <a:xfrm>
            <a:off x="11137392" y="292608"/>
            <a:ext cx="512064" cy="497840"/>
          </a:xfrm>
          <a:prstGeom prst="rect">
            <a:avLst/>
          </a:prstGeom>
        </p:spPr>
      </p:pic>
      <p:sp>
        <p:nvSpPr>
          <p:cNvPr id="4" name="Text 0"/>
          <p:cNvSpPr/>
          <p:nvPr/>
        </p:nvSpPr>
        <p:spPr>
          <a:xfrm>
            <a:off x="548640" y="6382512"/>
            <a:ext cx="5486400" cy="274320"/>
          </a:xfrm>
          <a:prstGeom prst="rect">
            <a:avLst/>
          </a:prstGeom>
          <a:noFill/>
          <a:ln/>
        </p:spPr>
        <p:txBody>
          <a:bodyPr wrap="square" lIns="0" tIns="0" rIns="0" bIns="0" rtlCol="0" anchor="ctr"/>
          <a:lstStyle/>
          <a:p>
            <a:pPr indent="0" marL="0">
              <a:buNone/>
            </a:pPr>
            <a:r>
              <a:rPr lang="en-US" sz="1000" dirty="0">
                <a:solidFill>
                  <a:srgbClr val="9DB39A"/>
                </a:solidFill>
                <a:latin typeface="Segoe UI" pitchFamily="34" charset="0"/>
                <a:ea typeface="Segoe UI" pitchFamily="34" charset="-122"/>
                <a:cs typeface="Segoe UI" pitchFamily="34" charset="-120"/>
              </a:rPr>
              <a:t>KAPDH Apps · Peluncuran Resmi</a:t>
            </a:r>
            <a:endParaRPr lang="en-US" sz="10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E6D312"/>
                </a:solidFill>
                <a:latin typeface="Segoe UI Semibold"/>
                <a:ea typeface="Segoe UI Semibold"/>
                <a:cs typeface="Segoe UI Semibold"/>
              </a:defRPr>
            </a:lvl1pPr>
          </a:lstStyle>
          <a:p>
            <a:pPr algn="r"/>
            <a:fld id="{F7021451-1387-4CA6-816F-3879F97B5CBC}" type="slidenum">
              <a:rPr b="0" lang="en-US"/>
              <a:t>1007</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KAPDH Penutup">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822960" y="2148840"/>
            <a:ext cx="10543032" cy="1051560"/>
          </a:xfrm>
          <a:prstGeom prst="rect">
            <a:avLst/>
          </a:prstGeom>
          <a:noFill/>
          <a:ln/>
        </p:spPr>
        <p:txBody>
          <a:bodyPr wrap="square" rtlCol="0"/>
          <a:lstStyle>
            <a:lvl1pPr algn="ctr" indent="0" marL="0">
              <a:buNone/>
              <a:defRPr lang="en-US" sz="5400" dirty="0">
                <a:solidFill>
                  <a:srgbClr val="FFFFFF"/>
                </a:solidFill>
                <a:latin typeface="Segoe UI Black" pitchFamily="34" charset="0"/>
                <a:ea typeface="Segoe UI Black" pitchFamily="34" charset="-122"/>
                <a:cs typeface="Segoe UI Black" pitchFamily="34" charset="-120"/>
              </a:defRPr>
            </a:lvl1pPr>
          </a:lstStyle>
          <a:p>
            <a:pPr algn="ctr" indent="0" marL="0">
              <a:buNone/>
            </a:pPr>
            <a:endParaRPr lang="en-US" sz="5400" dirty="0"/>
          </a:p>
        </p:txBody>
      </p:sp>
      <p:sp>
        <p:nvSpPr>
          <p:cNvPr id="3" name="Text 0"/>
          <p:cNvSpPr/>
          <p:nvPr>
            <p:ph idx="101" type="body" hasCustomPrompt="1"/>
          </p:nvPr>
        </p:nvSpPr>
        <p:spPr>
          <a:xfrm>
            <a:off x="1737360" y="3337560"/>
            <a:ext cx="8714232" cy="914400"/>
          </a:xfrm>
          <a:prstGeom prst="rect">
            <a:avLst/>
          </a:prstGeom>
          <a:noFill/>
          <a:ln/>
        </p:spPr>
        <p:txBody>
          <a:bodyPr wrap="square" rtlCol="0"/>
          <a:lstStyle>
            <a:lvl1pPr algn="ctr" indent="0" marL="0">
              <a:buNone/>
              <a:defRPr lang="en-US" sz="2000" dirty="0">
                <a:solidFill>
                  <a:srgbClr val="DCE6DA"/>
                </a:solidFill>
                <a:latin typeface="Segoe UI" pitchFamily="34" charset="0"/>
                <a:ea typeface="Segoe UI" pitchFamily="34" charset="-122"/>
                <a:cs typeface="Segoe UI" pitchFamily="34" charset="-120"/>
              </a:defRPr>
            </a:lvl1pPr>
          </a:lstStyle>
          <a:p>
            <a:pPr algn="ctr" indent="0" marL="0">
              <a:buNone/>
            </a:pPr>
            <a:endParaRPr lang="en-US" sz="2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E6D312"/>
                </a:solidFill>
                <a:latin typeface="Segoe UI Semibold"/>
                <a:ea typeface="Segoe UI Semibold"/>
                <a:cs typeface="Segoe UI Semibold"/>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2.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1.png"/><Relationship Id="rId3" Type="http://schemas.openxmlformats.org/officeDocument/2006/relationships/image" Target="../media/image-2-1.png"/><Relationship Id="rId4" Type="http://schemas.openxmlformats.org/officeDocument/2006/relationships/image" Target="../media/image-2-1.png"/><Relationship Id="rId5" Type="http://schemas.openxmlformats.org/officeDocument/2006/relationships/image" Target="../media/image-2-1.png"/><Relationship Id="rId6" Type="http://schemas.openxmlformats.org/officeDocument/2006/relationships/image" Target="../media/image-2-1.png"/><Relationship Id="rId7" Type="http://schemas.openxmlformats.org/officeDocument/2006/relationships/image" Target="../media/image-2-7.png"/><Relationship Id="rId8" Type="http://schemas.openxmlformats.org/officeDocument/2006/relationships/slideLayout" Target="../slideLayouts/slideLayout6.xml"/><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2.png"/><Relationship Id="rId4" Type="http://schemas.openxmlformats.org/officeDocument/2006/relationships/image" Target="../media/image-4-2.png"/><Relationship Id="rId5" Type="http://schemas.openxmlformats.org/officeDocument/2006/relationships/image" Target="../media/image-4-2.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7.png"/><Relationship Id="rId9" Type="http://schemas.openxmlformats.org/officeDocument/2006/relationships/image" Target="../media/image-4-7.png"/><Relationship Id="rId10" Type="http://schemas.openxmlformats.org/officeDocument/2006/relationships/image" Target="../media/image-4-7.png"/><Relationship Id="rId11" Type="http://schemas.openxmlformats.org/officeDocument/2006/relationships/slideLayout" Target="../slideLayouts/slideLayout5.xml"/><Relationship Id="rId1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5.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1.png"/><Relationship Id="rId3" Type="http://schemas.openxmlformats.org/officeDocument/2006/relationships/image" Target="../media/image-7-1.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6.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1.png"/><Relationship Id="rId3" Type="http://schemas.openxmlformats.org/officeDocument/2006/relationships/image" Target="../media/image-8-1.png"/><Relationship Id="rId4" Type="http://schemas.openxmlformats.org/officeDocument/2006/relationships/image" Target="../media/image-8-1.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6.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1.png"/><Relationship Id="rId3" Type="http://schemas.openxmlformats.org/officeDocument/2006/relationships/image" Target="../media/image-9-1.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6.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1.png"/><Relationship Id="rId3" Type="http://schemas.openxmlformats.org/officeDocument/2006/relationships/image" Target="../media/image-10-1.png"/><Relationship Id="rId4" Type="http://schemas.openxmlformats.org/officeDocument/2006/relationships/image" Target="../media/image-10-1.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6.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1.png"/><Relationship Id="rId3" Type="http://schemas.openxmlformats.org/officeDocument/2006/relationships/image" Target="../media/image-11-1.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6.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1.png"/><Relationship Id="rId3" Type="http://schemas.openxmlformats.org/officeDocument/2006/relationships/image" Target="../media/image-12-1.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6.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1.png"/><Relationship Id="rId3" Type="http://schemas.openxmlformats.org/officeDocument/2006/relationships/image" Target="../media/image-13-1.png"/><Relationship Id="rId4" Type="http://schemas.openxmlformats.org/officeDocument/2006/relationships/image" Target="../media/image-13-4.png"/><Relationship Id="rId5" Type="http://schemas.openxmlformats.org/officeDocument/2006/relationships/slideLayout" Target="../slideLayouts/slideLayout5.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2.png"/><Relationship Id="rId4" Type="http://schemas.openxmlformats.org/officeDocument/2006/relationships/image" Target="../media/image-14-2.png"/><Relationship Id="rId5" Type="http://schemas.openxmlformats.org/officeDocument/2006/relationships/image" Target="../media/image-14-2.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image" Target="../media/image-14-7.png"/><Relationship Id="rId9" Type="http://schemas.openxmlformats.org/officeDocument/2006/relationships/image" Target="../media/image-14-7.png"/><Relationship Id="rId10" Type="http://schemas.openxmlformats.org/officeDocument/2006/relationships/image" Target="../media/image-14-7.png"/><Relationship Id="rId11" Type="http://schemas.openxmlformats.org/officeDocument/2006/relationships/slideLayout" Target="../slideLayouts/slideLayout5.xml"/><Relationship Id="rId1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7.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8.xml"/><Relationship Id="rId3"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3" name="logo" descr="Logo KAPDH">    </p:cNvPr>
          <p:cNvPicPr>
            <a:picLocks noChangeAspect="1"/>
          </p:cNvPicPr>
          <p:nvPr/>
        </p:nvPicPr>
        <p:blipFill>
          <a:blip r:embed="rId1"/>
          <a:stretch>
            <a:fillRect/>
          </a:stretch>
        </p:blipFill>
        <p:spPr>
          <a:xfrm>
            <a:off x="548640" y="548640"/>
            <a:ext cx="786384" cy="764540"/>
          </a:xfrm>
          <a:prstGeom prst="rect">
            <a:avLst/>
          </a:prstGeom>
        </p:spPr>
      </p:pic>
      <p:sp>
        <p:nvSpPr>
          <p:cNvPr id="4" name="nama-organisasi"/>
          <p:cNvSpPr txBox="1"/>
          <p:nvPr/>
        </p:nvSpPr>
        <p:spPr>
          <a:xfrm>
            <a:off x="1481328" y="603504"/>
            <a:ext cx="4206240" cy="658368"/>
          </a:xfrm>
          <a:prstGeom prst="rect">
            <a:avLst/>
          </a:prstGeom>
          <a:noFill/>
          <a:ln/>
        </p:spPr>
        <p:txBody>
          <a:bodyPr wrap="square" lIns="0" tIns="0" rIns="0" bIns="0" rtlCol="0" anchor="ctr"/>
          <a:lstStyle/>
          <a:p>
            <a:pPr indent="0" marL="0">
              <a:buNone/>
            </a:pPr>
            <a:r>
              <a:rPr lang="en-US" sz="1400" dirty="0">
                <a:solidFill>
                  <a:srgbClr val="FFFFFF"/>
                </a:solidFill>
                <a:latin typeface="Segoe UI Semibold" pitchFamily="34" charset="0"/>
                <a:ea typeface="Segoe UI Semibold" pitchFamily="34" charset="-122"/>
                <a:cs typeface="Segoe UI Semibold" pitchFamily="34" charset="-120"/>
              </a:rPr>
              <a:t>Keluarga Alumni</a:t>
            </a:r>
            <a:endParaRPr lang="en-US" sz="1400" dirty="0"/>
          </a:p>
          <a:p>
            <a:pPr indent="0" marL="0">
              <a:buNone/>
            </a:pPr>
            <a:r>
              <a:rPr lang="en-US" sz="1400" dirty="0">
                <a:solidFill>
                  <a:srgbClr val="FFFFFF"/>
                </a:solidFill>
                <a:latin typeface="Segoe UI Semibold" pitchFamily="34" charset="0"/>
                <a:ea typeface="Segoe UI Semibold" pitchFamily="34" charset="-122"/>
                <a:cs typeface="Segoe UI Semibold" pitchFamily="34" charset="-120"/>
              </a:rPr>
              <a:t>Pondok Pesantren Darel Hikmah</a:t>
            </a:r>
            <a:endParaRPr lang="en-US" sz="1400" dirty="0"/>
          </a:p>
        </p:txBody>
      </p:sp>
      <p:sp>
        <p:nvSpPr>
          <p:cNvPr id="5" name="pil-label"/>
          <p:cNvSpPr/>
          <p:nvPr/>
        </p:nvSpPr>
        <p:spPr>
          <a:xfrm>
            <a:off x="548640" y="1691640"/>
            <a:ext cx="2788920" cy="420624"/>
          </a:xfrm>
          <a:prstGeom prst="roundRect">
            <a:avLst>
              <a:gd name="adj" fmla="val 50000"/>
            </a:avLst>
          </a:prstGeom>
          <a:solidFill>
            <a:srgbClr val="E6D312"/>
          </a:solidFill>
          <a:ln/>
        </p:spPr>
      </p:sp>
      <p:sp>
        <p:nvSpPr>
          <p:cNvPr id="6" name="label"/>
          <p:cNvSpPr txBox="1"/>
          <p:nvPr/>
        </p:nvSpPr>
        <p:spPr>
          <a:xfrm>
            <a:off x="548640" y="1691640"/>
            <a:ext cx="2788920" cy="420624"/>
          </a:xfrm>
          <a:prstGeom prst="rect">
            <a:avLst/>
          </a:prstGeom>
          <a:noFill/>
          <a:ln/>
        </p:spPr>
        <p:txBody>
          <a:bodyPr wrap="square" lIns="0" tIns="0" rIns="0" bIns="0" rtlCol="0" anchor="ctr"/>
          <a:lstStyle/>
          <a:p>
            <a:pPr algn="ctr" indent="0" marL="0">
              <a:buNone/>
            </a:pPr>
            <a:r>
              <a:rPr lang="en-US" sz="1200" spc="150" kern="0" dirty="0">
                <a:solidFill>
                  <a:srgbClr val="0E280C"/>
                </a:solidFill>
                <a:latin typeface="Segoe UI Semibold" pitchFamily="34" charset="0"/>
                <a:ea typeface="Segoe UI Semibold" pitchFamily="34" charset="-122"/>
                <a:cs typeface="Segoe UI Semibold" pitchFamily="34" charset="-120"/>
              </a:rPr>
              <a:t>PELUNCURAN APLIKASI</a:t>
            </a:r>
            <a:endParaRPr lang="en-US" sz="1200" dirty="0"/>
          </a:p>
        </p:txBody>
      </p:sp>
      <p:sp>
        <p:nvSpPr>
          <p:cNvPr id="7" name="Text 0"/>
          <p:cNvSpPr/>
          <p:nvPr>
            <p:ph idx="100" type="title" hasCustomPrompt="1"/>
          </p:nvPr>
        </p:nvSpPr>
        <p:spPr>
          <a:xfrm>
            <a:off x="548640" y="2286000"/>
            <a:ext cx="6309360" cy="1783080"/>
          </a:xfrm>
          <a:prstGeom prst="rect">
            <a:avLst/>
          </a:prstGeom>
          <a:noFill/>
          <a:ln/>
        </p:spPr>
        <p:txBody>
          <a:bodyPr wrap="square" lIns="0" tIns="0" rIns="0" bIns="0" rtlCol="0" anchor="t"/>
          <a:lstStyle/>
          <a:p>
            <a:pPr algn="l" indent="0" marL="0">
              <a:lnSpc>
                <a:spcPct val="95000"/>
              </a:lnSpc>
              <a:buNone/>
            </a:pPr>
            <a:r>
              <a:rPr lang="en-US" sz="5000" dirty="0">
                <a:solidFill>
                  <a:srgbClr val="FFFFFF"/>
                </a:solidFill>
                <a:latin typeface="Segoe UI Black" pitchFamily="34" charset="0"/>
                <a:ea typeface="Segoe UI Black" pitchFamily="34" charset="-122"/>
                <a:cs typeface="Segoe UI Black" pitchFamily="34" charset="-120"/>
              </a:rPr>
              <a:t>Peluncuran</a:t>
            </a:r>
            <a:endParaRPr lang="en-US" sz="5000" dirty="0"/>
          </a:p>
          <a:p>
            <a:pPr algn="l" indent="0" marL="0">
              <a:lnSpc>
                <a:spcPct val="95000"/>
              </a:lnSpc>
              <a:buNone/>
            </a:pPr>
            <a:r>
              <a:rPr lang="en-US" sz="5000" dirty="0">
                <a:solidFill>
                  <a:srgbClr val="FFFFFF"/>
                </a:solidFill>
                <a:latin typeface="Segoe UI Black" pitchFamily="34" charset="0"/>
                <a:ea typeface="Segoe UI Black" pitchFamily="34" charset="-122"/>
                <a:cs typeface="Segoe UI Black" pitchFamily="34" charset="-120"/>
              </a:rPr>
              <a:t>KAPDH </a:t>
            </a:r>
            <a:pPr algn="l" indent="0" marL="0">
              <a:lnSpc>
                <a:spcPct val="95000"/>
              </a:lnSpc>
              <a:buNone/>
            </a:pPr>
            <a:r>
              <a:rPr lang="en-US" sz="5000" dirty="0">
                <a:solidFill>
                  <a:srgbClr val="E6D312"/>
                </a:solidFill>
                <a:latin typeface="Segoe UI Black" pitchFamily="34" charset="0"/>
                <a:ea typeface="Segoe UI Black" pitchFamily="34" charset="-122"/>
                <a:cs typeface="Segoe UI Black" pitchFamily="34" charset="-120"/>
              </a:rPr>
              <a:t>Apps</a:t>
            </a:r>
            <a:endParaRPr lang="en-US" sz="5000" dirty="0"/>
          </a:p>
        </p:txBody>
      </p:sp>
      <p:sp>
        <p:nvSpPr>
          <p:cNvPr id="8" name="Text 0"/>
          <p:cNvSpPr/>
          <p:nvPr>
            <p:ph idx="101" type="body" hasCustomPrompt="1"/>
          </p:nvPr>
        </p:nvSpPr>
        <p:spPr>
          <a:xfrm>
            <a:off x="548640" y="4206240"/>
            <a:ext cx="5760720" cy="1097280"/>
          </a:xfrm>
          <a:prstGeom prst="rect">
            <a:avLst/>
          </a:prstGeom>
          <a:noFill/>
          <a:ln/>
        </p:spPr>
        <p:txBody>
          <a:bodyPr wrap="square" lIns="0" tIns="0" rIns="0" bIns="0" rtlCol="0" anchor="t"/>
          <a:lstStyle/>
          <a:p>
            <a:pPr algn="l" indent="0" marL="0">
              <a:buNone/>
            </a:pPr>
            <a:r>
              <a:rPr lang="en-US" sz="1900" dirty="0">
                <a:solidFill>
                  <a:srgbClr val="DCE6DA"/>
                </a:solidFill>
                <a:latin typeface="Segoe UI" pitchFamily="34" charset="0"/>
                <a:ea typeface="Segoe UI" pitchFamily="34" charset="-122"/>
                <a:cs typeface="Segoe UI" pitchFamily="34" charset="-120"/>
              </a:rPr>
              <a:t>Wadah digital silaturahmi alumni Pondok Pesantren Darel Hikmah di seluruh Indonesia</a:t>
            </a:r>
            <a:endParaRPr lang="en-US" sz="1900" dirty="0"/>
          </a:p>
        </p:txBody>
      </p:sp>
      <p:sp>
        <p:nvSpPr>
          <p:cNvPr id="9" name="pil-meta"/>
          <p:cNvSpPr/>
          <p:nvPr/>
        </p:nvSpPr>
        <p:spPr>
          <a:xfrm>
            <a:off x="548640" y="5623560"/>
            <a:ext cx="5669280" cy="548640"/>
          </a:xfrm>
          <a:prstGeom prst="roundRect">
            <a:avLst>
              <a:gd name="adj" fmla="val 50000"/>
            </a:avLst>
          </a:prstGeom>
          <a:solidFill>
            <a:srgbClr val="0E280C">
              <a:alpha val="0"/>
            </a:srgbClr>
          </a:solidFill>
          <a:ln w="15875">
            <a:solidFill>
              <a:srgbClr val="E6D312">
                <a:alpha val="65000"/>
              </a:srgbClr>
            </a:solidFill>
            <a:prstDash val="solid"/>
          </a:ln>
        </p:spPr>
      </p:sp>
      <p:sp>
        <p:nvSpPr>
          <p:cNvPr id="10" name="meta"/>
          <p:cNvSpPr txBox="1"/>
          <p:nvPr/>
        </p:nvSpPr>
        <p:spPr>
          <a:xfrm>
            <a:off x="777240" y="5623560"/>
            <a:ext cx="5303520" cy="548640"/>
          </a:xfrm>
          <a:prstGeom prst="rect">
            <a:avLst/>
          </a:prstGeom>
          <a:noFill/>
          <a:ln/>
        </p:spPr>
        <p:txBody>
          <a:bodyPr wrap="square" lIns="0" tIns="0" rIns="0" bIns="0" rtlCol="0" anchor="ctr"/>
          <a:lstStyle/>
          <a:p>
            <a:pPr indent="0" marL="0">
              <a:buNone/>
            </a:pPr>
            <a:r>
              <a:rPr lang="en-US" sz="1500" dirty="0">
                <a:solidFill>
                  <a:srgbClr val="FFFFFF"/>
                </a:solidFill>
                <a:latin typeface="Segoe UI" pitchFamily="34" charset="0"/>
                <a:ea typeface="Segoe UI" pitchFamily="34" charset="-122"/>
                <a:cs typeface="Segoe UI" pitchFamily="34" charset="-120"/>
              </a:rPr>
              <a:t>Silaturahmi Alumni · Pertemuan Daring · 2026</a:t>
            </a:r>
            <a:endParaRPr lang="en-US" sz="1500" dirty="0"/>
          </a:p>
        </p:txBody>
      </p:sp>
      <p:pic>
        <p:nvPicPr>
          <p:cNvPr id="11" name="ponsel-1" descr="Tangkapan layar aplikasi KAPDH Apps">    </p:cNvPr>
          <p:cNvPicPr>
            <a:picLocks noChangeAspect="1"/>
          </p:cNvPicPr>
          <p:nvPr/>
        </p:nvPicPr>
        <p:blipFill>
          <a:blip r:embed="rId2"/>
          <a:stretch>
            <a:fillRect/>
          </a:stretch>
        </p:blipFill>
        <p:spPr>
          <a:xfrm rot="-420000">
            <a:off x="6720840" y="1325880"/>
            <a:ext cx="2459808" cy="4892040"/>
          </a:xfrm>
          <a:prstGeom prst="rect">
            <a:avLst/>
          </a:prstGeom>
        </p:spPr>
      </p:pic>
      <p:pic>
        <p:nvPicPr>
          <p:cNvPr id="12" name="ponsel-2" descr="Tangkapan layar aplikasi KAPDH Apps">    </p:cNvPr>
          <p:cNvPicPr>
            <a:picLocks noChangeAspect="1"/>
          </p:cNvPicPr>
          <p:nvPr/>
        </p:nvPicPr>
        <p:blipFill>
          <a:blip r:embed="rId3"/>
          <a:stretch>
            <a:fillRect/>
          </a:stretch>
        </p:blipFill>
        <p:spPr>
          <a:xfrm rot="420000">
            <a:off x="9418320" y="1325880"/>
            <a:ext cx="2459808" cy="4892040"/>
          </a:xfrm>
          <a:prstGeom prst="rect">
            <a:avLst/>
          </a:prstGeom>
        </p:spPr>
      </p:pic>
      <p:pic>
        <p:nvPicPr>
          <p:cNvPr id="13" name="ponsel-3" descr="Tangkapan layar aplikasi KAPDH Apps">    </p:cNvPr>
          <p:cNvPicPr>
            <a:picLocks noChangeAspect="1"/>
          </p:cNvPicPr>
          <p:nvPr/>
        </p:nvPicPr>
        <p:blipFill>
          <a:blip r:embed="rId4"/>
          <a:stretch>
            <a:fillRect/>
          </a:stretch>
        </p:blipFill>
        <p:spPr>
          <a:xfrm>
            <a:off x="8001000" y="685800"/>
            <a:ext cx="2781652" cy="553212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0"/>
          <p:cNvSpPr/>
          <p:nvPr>
            <p:ph idx="100" type="title" hasCustomPrompt="1"/>
          </p:nvPr>
        </p:nvSpPr>
        <p:spPr>
          <a:xfrm>
            <a:off x="548640" y="640080"/>
            <a:ext cx="5486400" cy="1051560"/>
          </a:xfrm>
          <a:prstGeom prst="rect">
            <a:avLst/>
          </a:prstGeom>
          <a:noFill/>
          <a:ln/>
        </p:spPr>
        <p:txBody>
          <a:bodyPr wrap="square" lIns="0" tIns="0" rIns="0" bIns="0" rtlCol="0" anchor="t"/>
          <a:lstStyle/>
          <a:p>
            <a:pPr algn="l" indent="0" marL="0">
              <a:buNone/>
            </a:pPr>
            <a:r>
              <a:rPr lang="en-US" sz="2800" dirty="0">
                <a:solidFill>
                  <a:srgbClr val="143A12"/>
                </a:solidFill>
                <a:latin typeface="Segoe UI Semibold" pitchFamily="34" charset="0"/>
                <a:ea typeface="Segoe UI Semibold" pitchFamily="34" charset="-122"/>
                <a:cs typeface="Segoe UI Semibold" pitchFamily="34" charset="-120"/>
              </a:rPr>
              <a:t>Yang akan kita bahas</a:t>
            </a:r>
            <a:endParaRPr lang="en-US" sz="2800" dirty="0"/>
          </a:p>
        </p:txBody>
      </p:sp>
      <p:sp>
        <p:nvSpPr>
          <p:cNvPr id="4" name="lingkaran-ikon-4"/>
          <p:cNvSpPr/>
          <p:nvPr/>
        </p:nvSpPr>
        <p:spPr>
          <a:xfrm>
            <a:off x="548640" y="1930908"/>
            <a:ext cx="420624" cy="420624"/>
          </a:xfrm>
          <a:prstGeom prst="ellipse">
            <a:avLst/>
          </a:prstGeom>
          <a:solidFill>
            <a:srgbClr val="1A4B17"/>
          </a:solidFill>
          <a:ln/>
        </p:spPr>
      </p:sp>
      <p:pic>
        <p:nvPicPr>
          <p:cNvPr id="5" name="ikon-5" descr="Ikon">    </p:cNvPr>
          <p:cNvPicPr>
            <a:picLocks noChangeAspect="1"/>
          </p:cNvPicPr>
          <p:nvPr/>
        </p:nvPicPr>
        <p:blipFill>
          <a:blip r:embed="rId1"/>
          <a:stretch>
            <a:fillRect/>
          </a:stretch>
        </p:blipFill>
        <p:spPr>
          <a:xfrm>
            <a:off x="645384" y="2027652"/>
            <a:ext cx="227137" cy="227137"/>
          </a:xfrm>
          <a:prstGeom prst="rect">
            <a:avLst/>
          </a:prstGeom>
        </p:spPr>
      </p:pic>
      <p:sp>
        <p:nvSpPr>
          <p:cNvPr id="6" name="agenda-6"/>
          <p:cNvSpPr txBox="1"/>
          <p:nvPr/>
        </p:nvSpPr>
        <p:spPr>
          <a:xfrm>
            <a:off x="1188720" y="1783080"/>
            <a:ext cx="4937760" cy="716280"/>
          </a:xfrm>
          <a:prstGeom prst="rect">
            <a:avLst/>
          </a:prstGeom>
          <a:noFill/>
          <a:ln/>
        </p:spPr>
        <p:txBody>
          <a:bodyPr wrap="square" lIns="0" tIns="0" rIns="0" bIns="0" rtlCol="0" anchor="ctr"/>
          <a:lstStyle/>
          <a:p>
            <a:pPr indent="0" marL="0">
              <a:buNone/>
            </a:pPr>
            <a:r>
              <a:rPr lang="en-US" sz="2000" dirty="0">
                <a:solidFill>
                  <a:srgbClr val="1C1B1F"/>
                </a:solidFill>
                <a:latin typeface="Segoe UI" pitchFamily="34" charset="0"/>
                <a:ea typeface="Segoe UI" pitchFamily="34" charset="-122"/>
                <a:cs typeface="Segoe UI" pitchFamily="34" charset="-120"/>
              </a:rPr>
              <a:t>Mengapa KAPDH Apps hadir</a:t>
            </a:r>
            <a:endParaRPr lang="en-US" sz="2000" dirty="0"/>
          </a:p>
        </p:txBody>
      </p:sp>
      <p:sp>
        <p:nvSpPr>
          <p:cNvPr id="7" name="pemisah-7"/>
          <p:cNvSpPr/>
          <p:nvPr/>
        </p:nvSpPr>
        <p:spPr>
          <a:xfrm>
            <a:off x="1188720" y="2499360"/>
            <a:ext cx="4937760" cy="0"/>
          </a:xfrm>
          <a:prstGeom prst="line">
            <a:avLst/>
          </a:prstGeom>
          <a:noFill/>
          <a:ln w="12700">
            <a:solidFill>
              <a:srgbClr val="E6EBE3"/>
            </a:solidFill>
            <a:prstDash val="solid"/>
          </a:ln>
        </p:spPr>
      </p:sp>
      <p:sp>
        <p:nvSpPr>
          <p:cNvPr id="8" name="lingkaran-ikon-8"/>
          <p:cNvSpPr/>
          <p:nvPr/>
        </p:nvSpPr>
        <p:spPr>
          <a:xfrm>
            <a:off x="548640" y="2647188"/>
            <a:ext cx="420624" cy="420624"/>
          </a:xfrm>
          <a:prstGeom prst="ellipse">
            <a:avLst/>
          </a:prstGeom>
          <a:solidFill>
            <a:srgbClr val="1A4B17"/>
          </a:solidFill>
          <a:ln/>
        </p:spPr>
      </p:sp>
      <p:pic>
        <p:nvPicPr>
          <p:cNvPr id="9" name="ikon-9" descr="Ikon">    </p:cNvPr>
          <p:cNvPicPr>
            <a:picLocks noChangeAspect="1"/>
          </p:cNvPicPr>
          <p:nvPr/>
        </p:nvPicPr>
        <p:blipFill>
          <a:blip r:embed="rId2"/>
          <a:stretch>
            <a:fillRect/>
          </a:stretch>
        </p:blipFill>
        <p:spPr>
          <a:xfrm>
            <a:off x="645384" y="2743932"/>
            <a:ext cx="227137" cy="227137"/>
          </a:xfrm>
          <a:prstGeom prst="rect">
            <a:avLst/>
          </a:prstGeom>
        </p:spPr>
      </p:pic>
      <p:sp>
        <p:nvSpPr>
          <p:cNvPr id="10" name="agenda-10"/>
          <p:cNvSpPr txBox="1"/>
          <p:nvPr/>
        </p:nvSpPr>
        <p:spPr>
          <a:xfrm>
            <a:off x="1188720" y="2499360"/>
            <a:ext cx="4937760" cy="716280"/>
          </a:xfrm>
          <a:prstGeom prst="rect">
            <a:avLst/>
          </a:prstGeom>
          <a:noFill/>
          <a:ln/>
        </p:spPr>
        <p:txBody>
          <a:bodyPr wrap="square" lIns="0" tIns="0" rIns="0" bIns="0" rtlCol="0" anchor="ctr"/>
          <a:lstStyle/>
          <a:p>
            <a:pPr indent="0" marL="0">
              <a:buNone/>
            </a:pPr>
            <a:r>
              <a:rPr lang="en-US" sz="2000" dirty="0">
                <a:solidFill>
                  <a:srgbClr val="1C1B1F"/>
                </a:solidFill>
                <a:latin typeface="Segoe UI" pitchFamily="34" charset="0"/>
                <a:ea typeface="Segoe UI" pitchFamily="34" charset="-122"/>
                <a:cs typeface="Segoe UI" pitchFamily="34" charset="-120"/>
              </a:rPr>
              <a:t>Layanan untuk anggota</a:t>
            </a:r>
            <a:endParaRPr lang="en-US" sz="2000" dirty="0"/>
          </a:p>
        </p:txBody>
      </p:sp>
      <p:sp>
        <p:nvSpPr>
          <p:cNvPr id="11" name="pemisah-11"/>
          <p:cNvSpPr/>
          <p:nvPr/>
        </p:nvSpPr>
        <p:spPr>
          <a:xfrm>
            <a:off x="1188720" y="3215640"/>
            <a:ext cx="4937760" cy="0"/>
          </a:xfrm>
          <a:prstGeom prst="line">
            <a:avLst/>
          </a:prstGeom>
          <a:noFill/>
          <a:ln w="12700">
            <a:solidFill>
              <a:srgbClr val="E6EBE3"/>
            </a:solidFill>
            <a:prstDash val="solid"/>
          </a:ln>
        </p:spPr>
      </p:sp>
      <p:sp>
        <p:nvSpPr>
          <p:cNvPr id="12" name="lingkaran-ikon-12"/>
          <p:cNvSpPr/>
          <p:nvPr/>
        </p:nvSpPr>
        <p:spPr>
          <a:xfrm>
            <a:off x="548640" y="3363468"/>
            <a:ext cx="420624" cy="420624"/>
          </a:xfrm>
          <a:prstGeom prst="ellipse">
            <a:avLst/>
          </a:prstGeom>
          <a:solidFill>
            <a:srgbClr val="1A4B17"/>
          </a:solidFill>
          <a:ln/>
        </p:spPr>
      </p:sp>
      <p:pic>
        <p:nvPicPr>
          <p:cNvPr id="13" name="ikon-13" descr="Ikon">    </p:cNvPr>
          <p:cNvPicPr>
            <a:picLocks noChangeAspect="1"/>
          </p:cNvPicPr>
          <p:nvPr/>
        </p:nvPicPr>
        <p:blipFill>
          <a:blip r:embed="rId3"/>
          <a:stretch>
            <a:fillRect/>
          </a:stretch>
        </p:blipFill>
        <p:spPr>
          <a:xfrm>
            <a:off x="645384" y="3460212"/>
            <a:ext cx="227137" cy="227137"/>
          </a:xfrm>
          <a:prstGeom prst="rect">
            <a:avLst/>
          </a:prstGeom>
        </p:spPr>
      </p:pic>
      <p:sp>
        <p:nvSpPr>
          <p:cNvPr id="14" name="agenda-14"/>
          <p:cNvSpPr txBox="1"/>
          <p:nvPr/>
        </p:nvSpPr>
        <p:spPr>
          <a:xfrm>
            <a:off x="1188720" y="3215640"/>
            <a:ext cx="4937760" cy="716280"/>
          </a:xfrm>
          <a:prstGeom prst="rect">
            <a:avLst/>
          </a:prstGeom>
          <a:noFill/>
          <a:ln/>
        </p:spPr>
        <p:txBody>
          <a:bodyPr wrap="square" lIns="0" tIns="0" rIns="0" bIns="0" rtlCol="0" anchor="ctr"/>
          <a:lstStyle/>
          <a:p>
            <a:pPr indent="0" marL="0">
              <a:buNone/>
            </a:pPr>
            <a:r>
              <a:rPr lang="en-US" sz="2000" dirty="0">
                <a:solidFill>
                  <a:srgbClr val="1C1B1F"/>
                </a:solidFill>
                <a:latin typeface="Segoe UI" pitchFamily="34" charset="0"/>
                <a:ea typeface="Segoe UI" pitchFamily="34" charset="-122"/>
                <a:cs typeface="Segoe UI" pitchFamily="34" charset="-120"/>
              </a:rPr>
              <a:t>Web admin untuk pengurus</a:t>
            </a:r>
            <a:endParaRPr lang="en-US" sz="2000" dirty="0"/>
          </a:p>
        </p:txBody>
      </p:sp>
      <p:sp>
        <p:nvSpPr>
          <p:cNvPr id="15" name="pemisah-15"/>
          <p:cNvSpPr/>
          <p:nvPr/>
        </p:nvSpPr>
        <p:spPr>
          <a:xfrm>
            <a:off x="1188720" y="3931920"/>
            <a:ext cx="4937760" cy="0"/>
          </a:xfrm>
          <a:prstGeom prst="line">
            <a:avLst/>
          </a:prstGeom>
          <a:noFill/>
          <a:ln w="12700">
            <a:solidFill>
              <a:srgbClr val="E6EBE3"/>
            </a:solidFill>
            <a:prstDash val="solid"/>
          </a:ln>
        </p:spPr>
      </p:sp>
      <p:sp>
        <p:nvSpPr>
          <p:cNvPr id="16" name="lingkaran-ikon-16"/>
          <p:cNvSpPr/>
          <p:nvPr/>
        </p:nvSpPr>
        <p:spPr>
          <a:xfrm>
            <a:off x="548640" y="4079748"/>
            <a:ext cx="420624" cy="420624"/>
          </a:xfrm>
          <a:prstGeom prst="ellipse">
            <a:avLst/>
          </a:prstGeom>
          <a:solidFill>
            <a:srgbClr val="1A4B17"/>
          </a:solidFill>
          <a:ln/>
        </p:spPr>
      </p:sp>
      <p:pic>
        <p:nvPicPr>
          <p:cNvPr id="17" name="ikon-17" descr="Ikon">    </p:cNvPr>
          <p:cNvPicPr>
            <a:picLocks noChangeAspect="1"/>
          </p:cNvPicPr>
          <p:nvPr/>
        </p:nvPicPr>
        <p:blipFill>
          <a:blip r:embed="rId4"/>
          <a:stretch>
            <a:fillRect/>
          </a:stretch>
        </p:blipFill>
        <p:spPr>
          <a:xfrm>
            <a:off x="645384" y="4176492"/>
            <a:ext cx="227137" cy="227137"/>
          </a:xfrm>
          <a:prstGeom prst="rect">
            <a:avLst/>
          </a:prstGeom>
        </p:spPr>
      </p:pic>
      <p:sp>
        <p:nvSpPr>
          <p:cNvPr id="18" name="agenda-18"/>
          <p:cNvSpPr txBox="1"/>
          <p:nvPr/>
        </p:nvSpPr>
        <p:spPr>
          <a:xfrm>
            <a:off x="1188720" y="3931920"/>
            <a:ext cx="4937760" cy="716280"/>
          </a:xfrm>
          <a:prstGeom prst="rect">
            <a:avLst/>
          </a:prstGeom>
          <a:noFill/>
          <a:ln/>
        </p:spPr>
        <p:txBody>
          <a:bodyPr wrap="square" lIns="0" tIns="0" rIns="0" bIns="0" rtlCol="0" anchor="ctr"/>
          <a:lstStyle/>
          <a:p>
            <a:pPr indent="0" marL="0">
              <a:buNone/>
            </a:pPr>
            <a:r>
              <a:rPr lang="en-US" sz="2000" dirty="0">
                <a:solidFill>
                  <a:srgbClr val="1C1B1F"/>
                </a:solidFill>
                <a:latin typeface="Segoe UI" pitchFamily="34" charset="0"/>
                <a:ea typeface="Segoe UI" pitchFamily="34" charset="-122"/>
                <a:cs typeface="Segoe UI" pitchFamily="34" charset="-120"/>
              </a:rPr>
              <a:t>Legalitas dan pelindungan data</a:t>
            </a:r>
            <a:endParaRPr lang="en-US" sz="2000" dirty="0"/>
          </a:p>
        </p:txBody>
      </p:sp>
      <p:sp>
        <p:nvSpPr>
          <p:cNvPr id="19" name="pemisah-19"/>
          <p:cNvSpPr/>
          <p:nvPr/>
        </p:nvSpPr>
        <p:spPr>
          <a:xfrm>
            <a:off x="1188720" y="4648200"/>
            <a:ext cx="4937760" cy="0"/>
          </a:xfrm>
          <a:prstGeom prst="line">
            <a:avLst/>
          </a:prstGeom>
          <a:noFill/>
          <a:ln w="12700">
            <a:solidFill>
              <a:srgbClr val="E6EBE3"/>
            </a:solidFill>
            <a:prstDash val="solid"/>
          </a:ln>
        </p:spPr>
      </p:sp>
      <p:sp>
        <p:nvSpPr>
          <p:cNvPr id="20" name="lingkaran-ikon-20"/>
          <p:cNvSpPr/>
          <p:nvPr/>
        </p:nvSpPr>
        <p:spPr>
          <a:xfrm>
            <a:off x="548640" y="4796028"/>
            <a:ext cx="420624" cy="420624"/>
          </a:xfrm>
          <a:prstGeom prst="ellipse">
            <a:avLst/>
          </a:prstGeom>
          <a:solidFill>
            <a:srgbClr val="1A4B17"/>
          </a:solidFill>
          <a:ln/>
        </p:spPr>
      </p:sp>
      <p:pic>
        <p:nvPicPr>
          <p:cNvPr id="21" name="ikon-21" descr="Ikon">    </p:cNvPr>
          <p:cNvPicPr>
            <a:picLocks noChangeAspect="1"/>
          </p:cNvPicPr>
          <p:nvPr/>
        </p:nvPicPr>
        <p:blipFill>
          <a:blip r:embed="rId5"/>
          <a:stretch>
            <a:fillRect/>
          </a:stretch>
        </p:blipFill>
        <p:spPr>
          <a:xfrm>
            <a:off x="645384" y="4892772"/>
            <a:ext cx="227137" cy="227137"/>
          </a:xfrm>
          <a:prstGeom prst="rect">
            <a:avLst/>
          </a:prstGeom>
        </p:spPr>
      </p:pic>
      <p:sp>
        <p:nvSpPr>
          <p:cNvPr id="22" name="agenda-22"/>
          <p:cNvSpPr txBox="1"/>
          <p:nvPr/>
        </p:nvSpPr>
        <p:spPr>
          <a:xfrm>
            <a:off x="1188720" y="4648200"/>
            <a:ext cx="4937760" cy="716280"/>
          </a:xfrm>
          <a:prstGeom prst="rect">
            <a:avLst/>
          </a:prstGeom>
          <a:noFill/>
          <a:ln/>
        </p:spPr>
        <p:txBody>
          <a:bodyPr wrap="square" lIns="0" tIns="0" rIns="0" bIns="0" rtlCol="0" anchor="ctr"/>
          <a:lstStyle/>
          <a:p>
            <a:pPr indent="0" marL="0">
              <a:buNone/>
            </a:pPr>
            <a:r>
              <a:rPr lang="en-US" sz="2000" dirty="0">
                <a:solidFill>
                  <a:srgbClr val="1C1B1F"/>
                </a:solidFill>
                <a:latin typeface="Segoe UI" pitchFamily="34" charset="0"/>
                <a:ea typeface="Segoe UI" pitchFamily="34" charset="-122"/>
                <a:cs typeface="Segoe UI" pitchFamily="34" charset="-120"/>
              </a:rPr>
              <a:t>Cara bergabung hari ini</a:t>
            </a:r>
            <a:endParaRPr lang="en-US" sz="2000" dirty="0"/>
          </a:p>
        </p:txBody>
      </p:sp>
      <p:sp>
        <p:nvSpPr>
          <p:cNvPr id="23" name="pemisah-23"/>
          <p:cNvSpPr/>
          <p:nvPr/>
        </p:nvSpPr>
        <p:spPr>
          <a:xfrm>
            <a:off x="1188720" y="5364480"/>
            <a:ext cx="4937760" cy="0"/>
          </a:xfrm>
          <a:prstGeom prst="line">
            <a:avLst/>
          </a:prstGeom>
          <a:noFill/>
          <a:ln w="12700">
            <a:solidFill>
              <a:srgbClr val="E6EBE3"/>
            </a:solidFill>
            <a:prstDash val="solid"/>
          </a:ln>
        </p:spPr>
      </p:sp>
      <p:sp>
        <p:nvSpPr>
          <p:cNvPr id="24" name="lingkaran-ikon-24"/>
          <p:cNvSpPr/>
          <p:nvPr/>
        </p:nvSpPr>
        <p:spPr>
          <a:xfrm>
            <a:off x="548640" y="5512308"/>
            <a:ext cx="420624" cy="420624"/>
          </a:xfrm>
          <a:prstGeom prst="ellipse">
            <a:avLst/>
          </a:prstGeom>
          <a:solidFill>
            <a:srgbClr val="1A4B17"/>
          </a:solidFill>
          <a:ln/>
        </p:spPr>
      </p:sp>
      <p:pic>
        <p:nvPicPr>
          <p:cNvPr id="25" name="ikon-25" descr="Ikon">    </p:cNvPr>
          <p:cNvPicPr>
            <a:picLocks noChangeAspect="1"/>
          </p:cNvPicPr>
          <p:nvPr/>
        </p:nvPicPr>
        <p:blipFill>
          <a:blip r:embed="rId6"/>
          <a:stretch>
            <a:fillRect/>
          </a:stretch>
        </p:blipFill>
        <p:spPr>
          <a:xfrm>
            <a:off x="645384" y="5609052"/>
            <a:ext cx="227137" cy="227137"/>
          </a:xfrm>
          <a:prstGeom prst="rect">
            <a:avLst/>
          </a:prstGeom>
        </p:spPr>
      </p:pic>
      <p:sp>
        <p:nvSpPr>
          <p:cNvPr id="26" name="agenda-26"/>
          <p:cNvSpPr txBox="1"/>
          <p:nvPr/>
        </p:nvSpPr>
        <p:spPr>
          <a:xfrm>
            <a:off x="1188720" y="5364480"/>
            <a:ext cx="4937760" cy="716280"/>
          </a:xfrm>
          <a:prstGeom prst="rect">
            <a:avLst/>
          </a:prstGeom>
          <a:noFill/>
          <a:ln/>
        </p:spPr>
        <p:txBody>
          <a:bodyPr wrap="square" lIns="0" tIns="0" rIns="0" bIns="0" rtlCol="0" anchor="ctr"/>
          <a:lstStyle/>
          <a:p>
            <a:pPr indent="0" marL="0">
              <a:buNone/>
            </a:pPr>
            <a:r>
              <a:rPr lang="en-US" sz="2000" dirty="0">
                <a:solidFill>
                  <a:srgbClr val="1C1B1F"/>
                </a:solidFill>
                <a:latin typeface="Segoe UI" pitchFamily="34" charset="0"/>
                <a:ea typeface="Segoe UI" pitchFamily="34" charset="-122"/>
                <a:cs typeface="Segoe UI" pitchFamily="34" charset="-120"/>
              </a:rPr>
              <a:t>Agenda berikutnya dan tanya jawab</a:t>
            </a:r>
            <a:endParaRPr lang="en-US" sz="2000" dirty="0"/>
          </a:p>
        </p:txBody>
      </p:sp>
      <p:sp>
        <p:nvSpPr>
          <p:cNvPr id="27" name="panel"/>
          <p:cNvSpPr/>
          <p:nvPr/>
        </p:nvSpPr>
        <p:spPr>
          <a:xfrm>
            <a:off x="6629400" y="502920"/>
            <a:ext cx="5029200" cy="5715000"/>
          </a:xfrm>
          <a:prstGeom prst="roundRect">
            <a:avLst>
              <a:gd name="adj" fmla="val 5455"/>
            </a:avLst>
          </a:prstGeom>
          <a:solidFill>
            <a:srgbClr val="1A4B17"/>
          </a:solidFill>
          <a:ln/>
        </p:spPr>
      </p:sp>
      <p:pic>
        <p:nvPicPr>
          <p:cNvPr id="28" name="ponsel" descr="Tangkapan layar aplikasi KAPDH Apps">    </p:cNvPr>
          <p:cNvPicPr>
            <a:picLocks noChangeAspect="1"/>
          </p:cNvPicPr>
          <p:nvPr/>
        </p:nvPicPr>
        <p:blipFill>
          <a:blip r:embed="rId7"/>
          <a:stretch>
            <a:fillRect/>
          </a:stretch>
        </p:blipFill>
        <p:spPr>
          <a:xfrm>
            <a:off x="7799152" y="685800"/>
            <a:ext cx="2689697" cy="5349240"/>
          </a:xfrm>
          <a:prstGeom prst="rect">
            <a:avLst/>
          </a:prstGeom>
        </p:spPr>
      </p:pic>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A4B17"/>
                </a:solidFill>
                <a:latin typeface="Segoe UI Semibold"/>
                <a:ea typeface="Segoe UI Semibold"/>
                <a:cs typeface="Segoe UI Semibold"/>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kicker-27"/>
          <p:cNvSpPr txBox="1"/>
          <p:nvPr/>
        </p:nvSpPr>
        <p:spPr>
          <a:xfrm>
            <a:off x="548640" y="1600200"/>
            <a:ext cx="7315200" cy="274320"/>
          </a:xfrm>
          <a:prstGeom prst="rect">
            <a:avLst/>
          </a:prstGeom>
          <a:noFill/>
          <a:ln/>
        </p:spPr>
        <p:txBody>
          <a:bodyPr wrap="square" lIns="0" tIns="0" rIns="0" bIns="0" rtlCol="0" anchor="ctr"/>
          <a:lstStyle/>
          <a:p>
            <a:pPr indent="0" marL="0">
              <a:buNone/>
            </a:pPr>
            <a:r>
              <a:rPr lang="en-US" sz="1200" spc="150" kern="0" dirty="0">
                <a:solidFill>
                  <a:srgbClr val="E6D312"/>
                </a:solidFill>
                <a:latin typeface="Segoe UI Semibold" pitchFamily="34" charset="0"/>
                <a:ea typeface="Segoe UI Semibold" pitchFamily="34" charset="-122"/>
                <a:cs typeface="Segoe UI Semibold" pitchFamily="34" charset="-120"/>
              </a:rPr>
              <a:t>MENGAPA KAPDH APPS</a:t>
            </a:r>
            <a:endParaRPr lang="en-US" sz="1200" dirty="0"/>
          </a:p>
        </p:txBody>
      </p:sp>
      <p:sp>
        <p:nvSpPr>
          <p:cNvPr id="4" name="Text 0"/>
          <p:cNvSpPr/>
          <p:nvPr>
            <p:ph idx="100" type="title" hasCustomPrompt="1"/>
          </p:nvPr>
        </p:nvSpPr>
        <p:spPr>
          <a:xfrm>
            <a:off x="548640" y="2011680"/>
            <a:ext cx="10241280" cy="1828800"/>
          </a:xfrm>
          <a:prstGeom prst="rect">
            <a:avLst/>
          </a:prstGeom>
          <a:noFill/>
          <a:ln/>
        </p:spPr>
        <p:txBody>
          <a:bodyPr wrap="square" lIns="0" tIns="0" rIns="0" bIns="0" rtlCol="0" anchor="t"/>
          <a:lstStyle/>
          <a:p>
            <a:pPr algn="l" indent="0" marL="0">
              <a:buNone/>
            </a:pPr>
            <a:r>
              <a:rPr lang="en-US" sz="3800" dirty="0">
                <a:solidFill>
                  <a:srgbClr val="FFFFFF"/>
                </a:solidFill>
                <a:latin typeface="Segoe UI Semibold" pitchFamily="34" charset="0"/>
                <a:ea typeface="Segoe UI Semibold" pitchFamily="34" charset="-122"/>
                <a:cs typeface="Segoe UI Semibold" pitchFamily="34" charset="-120"/>
              </a:rPr>
              <a:t>Menghubungkan alumni Darel Hikmah di seluruh Indonesia</a:t>
            </a:r>
            <a:endParaRPr lang="en-US" sz="3800" dirty="0"/>
          </a:p>
        </p:txBody>
      </p:sp>
      <p:sp>
        <p:nvSpPr>
          <p:cNvPr id="5" name="Text 0"/>
          <p:cNvSpPr/>
          <p:nvPr>
            <p:ph idx="101" type="body" hasCustomPrompt="1"/>
          </p:nvPr>
        </p:nvSpPr>
        <p:spPr>
          <a:xfrm>
            <a:off x="548640" y="4023360"/>
            <a:ext cx="9509760" cy="1463040"/>
          </a:xfrm>
          <a:prstGeom prst="rect">
            <a:avLst/>
          </a:prstGeom>
          <a:noFill/>
          <a:ln/>
        </p:spPr>
        <p:txBody>
          <a:bodyPr wrap="square" lIns="0" tIns="0" rIns="0" bIns="0" rtlCol="0" anchor="t"/>
          <a:lstStyle/>
          <a:p>
            <a:pPr algn="l" indent="0" marL="0">
              <a:buNone/>
            </a:pPr>
            <a:r>
              <a:rPr lang="en-US" sz="2000" dirty="0">
                <a:solidFill>
                  <a:srgbClr val="DCE6DA"/>
                </a:solidFill>
                <a:latin typeface="Segoe UI" pitchFamily="34" charset="0"/>
                <a:ea typeface="Segoe UI" pitchFamily="34" charset="-122"/>
                <a:cs typeface="Segoe UI" pitchFamily="34" charset="-120"/>
              </a:rPr>
              <a:t>Pendaftaran anggota, iuran, KTA, kabar organisasi, kegiatan, dan silaturahmi antaralumni kini tersambung pada satu identitas keanggotaan, langsung dari ponsel Anda.</a:t>
            </a:r>
            <a:endParaRPr lang="en-US" sz="20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E6D312"/>
                </a:solidFill>
                <a:latin typeface="Segoe UI Semibold"/>
                <a:ea typeface="Segoe UI Semibold"/>
                <a:cs typeface="Segoe UI Semibold"/>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0"/>
          <p:cNvSpPr/>
          <p:nvPr>
            <p:ph idx="100" type="title" hasCustomPrompt="1"/>
          </p:nvPr>
        </p:nvSpPr>
        <p:spPr>
          <a:xfrm>
            <a:off x="548640" y="640080"/>
            <a:ext cx="10332720" cy="914400"/>
          </a:xfrm>
          <a:prstGeom prst="rect">
            <a:avLst/>
          </a:prstGeom>
          <a:noFill/>
          <a:ln/>
        </p:spPr>
        <p:txBody>
          <a:bodyPr wrap="square" lIns="0" tIns="0" rIns="0" bIns="0" rtlCol="0" anchor="t"/>
          <a:lstStyle/>
          <a:p>
            <a:pPr algn="l" indent="0" marL="0">
              <a:buNone/>
            </a:pPr>
            <a:r>
              <a:rPr lang="en-US" sz="2800" dirty="0">
                <a:solidFill>
                  <a:srgbClr val="143A12"/>
                </a:solidFill>
                <a:latin typeface="Segoe UI Semibold" pitchFamily="34" charset="0"/>
                <a:ea typeface="Segoe UI Semibold" pitchFamily="34" charset="-122"/>
                <a:cs typeface="Segoe UI Semibold" pitchFamily="34" charset="-120"/>
              </a:rPr>
              <a:t>Tantangan kita dan jawabannya</a:t>
            </a:r>
            <a:endParaRPr lang="en-US" sz="2800" dirty="0"/>
          </a:p>
        </p:txBody>
      </p:sp>
      <p:sp>
        <p:nvSpPr>
          <p:cNvPr id="4" name="kartu-28"/>
          <p:cNvSpPr/>
          <p:nvPr/>
        </p:nvSpPr>
        <p:spPr>
          <a:xfrm>
            <a:off x="548640" y="1783080"/>
            <a:ext cx="5394960" cy="4343400"/>
          </a:xfrm>
          <a:prstGeom prst="roundRect">
            <a:avLst>
              <a:gd name="adj" fmla="val 4211"/>
            </a:avLst>
          </a:prstGeom>
          <a:solidFill>
            <a:srgbClr val="F1F3EF"/>
          </a:solidFill>
          <a:ln/>
        </p:spPr>
      </p:sp>
      <p:sp>
        <p:nvSpPr>
          <p:cNvPr id="5" name="lingkaran-ikon-29"/>
          <p:cNvSpPr/>
          <p:nvPr/>
        </p:nvSpPr>
        <p:spPr>
          <a:xfrm>
            <a:off x="914400" y="2103120"/>
            <a:ext cx="603504" cy="603504"/>
          </a:xfrm>
          <a:prstGeom prst="ellipse">
            <a:avLst/>
          </a:prstGeom>
          <a:solidFill>
            <a:srgbClr val="D9DED6"/>
          </a:solidFill>
          <a:ln/>
        </p:spPr>
      </p:sp>
      <p:pic>
        <p:nvPicPr>
          <p:cNvPr id="6" name="ikon-30" descr="Ikon">    </p:cNvPr>
          <p:cNvPicPr>
            <a:picLocks noChangeAspect="1"/>
          </p:cNvPicPr>
          <p:nvPr/>
        </p:nvPicPr>
        <p:blipFill>
          <a:blip r:embed="rId1"/>
          <a:stretch>
            <a:fillRect/>
          </a:stretch>
        </p:blipFill>
        <p:spPr>
          <a:xfrm>
            <a:off x="1053206" y="2241926"/>
            <a:ext cx="325892" cy="325892"/>
          </a:xfrm>
          <a:prstGeom prst="rect">
            <a:avLst/>
          </a:prstGeom>
        </p:spPr>
      </p:pic>
      <p:sp>
        <p:nvSpPr>
          <p:cNvPr id="7" name="judul-kartu-31"/>
          <p:cNvSpPr txBox="1"/>
          <p:nvPr/>
        </p:nvSpPr>
        <p:spPr>
          <a:xfrm>
            <a:off x="1691640" y="2103120"/>
            <a:ext cx="4023360" cy="603504"/>
          </a:xfrm>
          <a:prstGeom prst="rect">
            <a:avLst/>
          </a:prstGeom>
          <a:noFill/>
          <a:ln/>
        </p:spPr>
        <p:txBody>
          <a:bodyPr wrap="square" lIns="0" tIns="0" rIns="0" bIns="0" rtlCol="0" anchor="ctr"/>
          <a:lstStyle/>
          <a:p>
            <a:pPr indent="0" marL="0">
              <a:buNone/>
            </a:pPr>
            <a:r>
              <a:rPr lang="en-US" sz="2200" dirty="0">
                <a:solidFill>
                  <a:srgbClr val="143A12"/>
                </a:solidFill>
                <a:latin typeface="Segoe UI Semibold" pitchFamily="34" charset="0"/>
                <a:ea typeface="Segoe UI Semibold" pitchFamily="34" charset="-122"/>
                <a:cs typeface="Segoe UI Semibold" pitchFamily="34" charset="-120"/>
              </a:rPr>
              <a:t>Tantangan selama ini</a:t>
            </a:r>
            <a:endParaRPr lang="en-US" sz="2200" dirty="0"/>
          </a:p>
        </p:txBody>
      </p:sp>
      <p:pic>
        <p:nvPicPr>
          <p:cNvPr id="8" name="ikon-butir-32" descr="Penanda butir">    </p:cNvPr>
          <p:cNvPicPr>
            <a:picLocks noChangeAspect="1"/>
          </p:cNvPicPr>
          <p:nvPr/>
        </p:nvPicPr>
        <p:blipFill>
          <a:blip r:embed="rId2"/>
          <a:stretch>
            <a:fillRect/>
          </a:stretch>
        </p:blipFill>
        <p:spPr>
          <a:xfrm>
            <a:off x="960120" y="3054096"/>
            <a:ext cx="237744" cy="237744"/>
          </a:xfrm>
          <a:prstGeom prst="rect">
            <a:avLst/>
          </a:prstGeom>
        </p:spPr>
      </p:pic>
      <p:sp>
        <p:nvSpPr>
          <p:cNvPr id="9" name="butir-33"/>
          <p:cNvSpPr txBox="1"/>
          <p:nvPr/>
        </p:nvSpPr>
        <p:spPr>
          <a:xfrm>
            <a:off x="1344168" y="3017520"/>
            <a:ext cx="4233672" cy="581152"/>
          </a:xfrm>
          <a:prstGeom prst="rect">
            <a:avLst/>
          </a:prstGeom>
          <a:noFill/>
          <a:ln/>
        </p:spPr>
        <p:txBody>
          <a:bodyPr wrap="square" lIns="0" tIns="0" rIns="0" bIns="0" rtlCol="0" anchor="t"/>
          <a:lstStyle/>
          <a:p>
            <a:pPr indent="0" marL="0">
              <a:buNone/>
            </a:pPr>
            <a:r>
              <a:rPr lang="en-US" sz="1600" dirty="0">
                <a:solidFill>
                  <a:srgbClr val="1C1B1F"/>
                </a:solidFill>
                <a:latin typeface="Segoe UI" pitchFamily="34" charset="0"/>
                <a:ea typeface="Segoe UI" pitchFamily="34" charset="-122"/>
                <a:cs typeface="Segoe UI" pitchFamily="34" charset="-120"/>
              </a:rPr>
              <a:t>Pendaftaran, iuran, kabar, dan kegiatan berjalan sendiri‑sendiri</a:t>
            </a:r>
            <a:endParaRPr lang="en-US" sz="1600" dirty="0"/>
          </a:p>
        </p:txBody>
      </p:sp>
      <p:pic>
        <p:nvPicPr>
          <p:cNvPr id="10" name="ikon-butir-34" descr="Penanda butir">    </p:cNvPr>
          <p:cNvPicPr>
            <a:picLocks noChangeAspect="1"/>
          </p:cNvPicPr>
          <p:nvPr/>
        </p:nvPicPr>
        <p:blipFill>
          <a:blip r:embed="rId3"/>
          <a:stretch>
            <a:fillRect/>
          </a:stretch>
        </p:blipFill>
        <p:spPr>
          <a:xfrm>
            <a:off x="960120" y="3818128"/>
            <a:ext cx="237744" cy="237744"/>
          </a:xfrm>
          <a:prstGeom prst="rect">
            <a:avLst/>
          </a:prstGeom>
        </p:spPr>
      </p:pic>
      <p:sp>
        <p:nvSpPr>
          <p:cNvPr id="11" name="butir-35"/>
          <p:cNvSpPr txBox="1"/>
          <p:nvPr/>
        </p:nvSpPr>
        <p:spPr>
          <a:xfrm>
            <a:off x="1344168" y="3781552"/>
            <a:ext cx="4233672" cy="581152"/>
          </a:xfrm>
          <a:prstGeom prst="rect">
            <a:avLst/>
          </a:prstGeom>
          <a:noFill/>
          <a:ln/>
        </p:spPr>
        <p:txBody>
          <a:bodyPr wrap="square" lIns="0" tIns="0" rIns="0" bIns="0" rtlCol="0" anchor="t"/>
          <a:lstStyle/>
          <a:p>
            <a:pPr indent="0" marL="0">
              <a:buNone/>
            </a:pPr>
            <a:r>
              <a:rPr lang="en-US" sz="1600" dirty="0">
                <a:solidFill>
                  <a:srgbClr val="1C1B1F"/>
                </a:solidFill>
                <a:latin typeface="Segoe UI" pitchFamily="34" charset="0"/>
                <a:ea typeface="Segoe UI" pitchFamily="34" charset="-122"/>
                <a:cs typeface="Segoe UI" pitchFamily="34" charset="-120"/>
              </a:rPr>
              <a:t>Anggota sulit memastikan status iuran dan masa berlaku keanggotaan</a:t>
            </a:r>
            <a:endParaRPr lang="en-US" sz="1600" dirty="0"/>
          </a:p>
        </p:txBody>
      </p:sp>
      <p:pic>
        <p:nvPicPr>
          <p:cNvPr id="12" name="ikon-butir-36" descr="Penanda butir">    </p:cNvPr>
          <p:cNvPicPr>
            <a:picLocks noChangeAspect="1"/>
          </p:cNvPicPr>
          <p:nvPr/>
        </p:nvPicPr>
        <p:blipFill>
          <a:blip r:embed="rId4"/>
          <a:stretch>
            <a:fillRect/>
          </a:stretch>
        </p:blipFill>
        <p:spPr>
          <a:xfrm>
            <a:off x="960120" y="4582160"/>
            <a:ext cx="237744" cy="237744"/>
          </a:xfrm>
          <a:prstGeom prst="rect">
            <a:avLst/>
          </a:prstGeom>
        </p:spPr>
      </p:pic>
      <p:sp>
        <p:nvSpPr>
          <p:cNvPr id="13" name="butir-37"/>
          <p:cNvSpPr txBox="1"/>
          <p:nvPr/>
        </p:nvSpPr>
        <p:spPr>
          <a:xfrm>
            <a:off x="1344168" y="4545584"/>
            <a:ext cx="4233672" cy="581152"/>
          </a:xfrm>
          <a:prstGeom prst="rect">
            <a:avLst/>
          </a:prstGeom>
          <a:noFill/>
          <a:ln/>
        </p:spPr>
        <p:txBody>
          <a:bodyPr wrap="square" lIns="0" tIns="0" rIns="0" bIns="0" rtlCol="0" anchor="t"/>
          <a:lstStyle/>
          <a:p>
            <a:pPr indent="0" marL="0">
              <a:buNone/>
            </a:pPr>
            <a:r>
              <a:rPr lang="en-US" sz="1600" dirty="0">
                <a:solidFill>
                  <a:srgbClr val="1C1B1F"/>
                </a:solidFill>
                <a:latin typeface="Segoe UI" pitchFamily="34" charset="0"/>
                <a:ea typeface="Segoe UI" pitchFamily="34" charset="-122"/>
                <a:cs typeface="Segoe UI" pitchFamily="34" charset="-120"/>
              </a:rPr>
              <a:t>Urusan administrasi banyak bergantung pada pesan pribadi</a:t>
            </a:r>
            <a:endParaRPr lang="en-US" sz="1600" dirty="0"/>
          </a:p>
        </p:txBody>
      </p:sp>
      <p:pic>
        <p:nvPicPr>
          <p:cNvPr id="14" name="ikon-butir-38" descr="Penanda butir">    </p:cNvPr>
          <p:cNvPicPr>
            <a:picLocks noChangeAspect="1"/>
          </p:cNvPicPr>
          <p:nvPr/>
        </p:nvPicPr>
        <p:blipFill>
          <a:blip r:embed="rId5"/>
          <a:stretch>
            <a:fillRect/>
          </a:stretch>
        </p:blipFill>
        <p:spPr>
          <a:xfrm>
            <a:off x="960120" y="5346192"/>
            <a:ext cx="237744" cy="237744"/>
          </a:xfrm>
          <a:prstGeom prst="rect">
            <a:avLst/>
          </a:prstGeom>
        </p:spPr>
      </p:pic>
      <p:sp>
        <p:nvSpPr>
          <p:cNvPr id="15" name="butir-39"/>
          <p:cNvSpPr txBox="1"/>
          <p:nvPr/>
        </p:nvSpPr>
        <p:spPr>
          <a:xfrm>
            <a:off x="1344168" y="5309616"/>
            <a:ext cx="4233672" cy="581152"/>
          </a:xfrm>
          <a:prstGeom prst="rect">
            <a:avLst/>
          </a:prstGeom>
          <a:noFill/>
          <a:ln/>
        </p:spPr>
        <p:txBody>
          <a:bodyPr wrap="square" lIns="0" tIns="0" rIns="0" bIns="0" rtlCol="0" anchor="t"/>
          <a:lstStyle/>
          <a:p>
            <a:pPr indent="0" marL="0">
              <a:buNone/>
            </a:pPr>
            <a:r>
              <a:rPr lang="en-US" sz="1600" dirty="0">
                <a:solidFill>
                  <a:srgbClr val="1C1B1F"/>
                </a:solidFill>
                <a:latin typeface="Segoe UI" pitchFamily="34" charset="0"/>
                <a:ea typeface="Segoe UI" pitchFamily="34" charset="-122"/>
                <a:cs typeface="Segoe UI" pitchFamily="34" charset="-120"/>
              </a:rPr>
              <a:t>Sahabat lintas angkatan dan kota tidak mudah saling menemukan</a:t>
            </a:r>
            <a:endParaRPr lang="en-US" sz="1600" dirty="0"/>
          </a:p>
        </p:txBody>
      </p:sp>
      <p:sp>
        <p:nvSpPr>
          <p:cNvPr id="16" name="kartu-40"/>
          <p:cNvSpPr/>
          <p:nvPr/>
        </p:nvSpPr>
        <p:spPr>
          <a:xfrm>
            <a:off x="6245352" y="1783080"/>
            <a:ext cx="5394960" cy="4343400"/>
          </a:xfrm>
          <a:prstGeom prst="roundRect">
            <a:avLst>
              <a:gd name="adj" fmla="val 4211"/>
            </a:avLst>
          </a:prstGeom>
          <a:solidFill>
            <a:srgbClr val="1A4B17"/>
          </a:solidFill>
          <a:ln/>
        </p:spPr>
      </p:sp>
      <p:sp>
        <p:nvSpPr>
          <p:cNvPr id="17" name="lingkaran-ikon-41"/>
          <p:cNvSpPr/>
          <p:nvPr/>
        </p:nvSpPr>
        <p:spPr>
          <a:xfrm>
            <a:off x="6611112" y="2103120"/>
            <a:ext cx="603504" cy="603504"/>
          </a:xfrm>
          <a:prstGeom prst="ellipse">
            <a:avLst/>
          </a:prstGeom>
          <a:solidFill>
            <a:srgbClr val="E6D312"/>
          </a:solidFill>
          <a:ln/>
        </p:spPr>
      </p:sp>
      <p:pic>
        <p:nvPicPr>
          <p:cNvPr id="18" name="ikon-42" descr="Ikon">    </p:cNvPr>
          <p:cNvPicPr>
            <a:picLocks noChangeAspect="1"/>
          </p:cNvPicPr>
          <p:nvPr/>
        </p:nvPicPr>
        <p:blipFill>
          <a:blip r:embed="rId6"/>
          <a:stretch>
            <a:fillRect/>
          </a:stretch>
        </p:blipFill>
        <p:spPr>
          <a:xfrm>
            <a:off x="6749918" y="2241926"/>
            <a:ext cx="325892" cy="325892"/>
          </a:xfrm>
          <a:prstGeom prst="rect">
            <a:avLst/>
          </a:prstGeom>
        </p:spPr>
      </p:pic>
      <p:sp>
        <p:nvSpPr>
          <p:cNvPr id="19" name="judul-kartu-43"/>
          <p:cNvSpPr txBox="1"/>
          <p:nvPr/>
        </p:nvSpPr>
        <p:spPr>
          <a:xfrm>
            <a:off x="7388352" y="2103120"/>
            <a:ext cx="4023360" cy="603504"/>
          </a:xfrm>
          <a:prstGeom prst="rect">
            <a:avLst/>
          </a:prstGeom>
          <a:noFill/>
          <a:ln/>
        </p:spPr>
        <p:txBody>
          <a:bodyPr wrap="square" lIns="0" tIns="0" rIns="0" bIns="0" rtlCol="0" anchor="ctr"/>
          <a:lstStyle/>
          <a:p>
            <a:pPr indent="0" marL="0">
              <a:buNone/>
            </a:pPr>
            <a:r>
              <a:rPr lang="en-US" sz="2200" dirty="0">
                <a:solidFill>
                  <a:srgbClr val="FFFFFF"/>
                </a:solidFill>
                <a:latin typeface="Segoe UI Semibold" pitchFamily="34" charset="0"/>
                <a:ea typeface="Segoe UI Semibold" pitchFamily="34" charset="-122"/>
                <a:cs typeface="Segoe UI Semibold" pitchFamily="34" charset="-120"/>
              </a:rPr>
              <a:t>Bersama KAPDH Apps</a:t>
            </a:r>
            <a:endParaRPr lang="en-US" sz="2200" dirty="0"/>
          </a:p>
        </p:txBody>
      </p:sp>
      <p:pic>
        <p:nvPicPr>
          <p:cNvPr id="20" name="ikon-butir-44" descr="Penanda butir">    </p:cNvPr>
          <p:cNvPicPr>
            <a:picLocks noChangeAspect="1"/>
          </p:cNvPicPr>
          <p:nvPr/>
        </p:nvPicPr>
        <p:blipFill>
          <a:blip r:embed="rId7"/>
          <a:stretch>
            <a:fillRect/>
          </a:stretch>
        </p:blipFill>
        <p:spPr>
          <a:xfrm>
            <a:off x="6656832" y="3054096"/>
            <a:ext cx="237744" cy="237744"/>
          </a:xfrm>
          <a:prstGeom prst="rect">
            <a:avLst/>
          </a:prstGeom>
        </p:spPr>
      </p:pic>
      <p:sp>
        <p:nvSpPr>
          <p:cNvPr id="21" name="butir-45"/>
          <p:cNvSpPr txBox="1"/>
          <p:nvPr/>
        </p:nvSpPr>
        <p:spPr>
          <a:xfrm>
            <a:off x="7040880" y="3017520"/>
            <a:ext cx="4233672" cy="581152"/>
          </a:xfrm>
          <a:prstGeom prst="rect">
            <a:avLst/>
          </a:prstGeom>
          <a:noFill/>
          <a:ln/>
        </p:spPr>
        <p:txBody>
          <a:bodyPr wrap="square" lIns="0" tIns="0" rIns="0" bIns="0" rtlCol="0" anchor="t"/>
          <a:lstStyle/>
          <a:p>
            <a:pPr indent="0" marL="0">
              <a:buNone/>
            </a:pPr>
            <a:r>
              <a:rPr lang="en-US" sz="1600" dirty="0">
                <a:solidFill>
                  <a:srgbClr val="E8F0E6"/>
                </a:solidFill>
                <a:latin typeface="Segoe UI" pitchFamily="34" charset="0"/>
                <a:ea typeface="Segoe UI" pitchFamily="34" charset="-122"/>
                <a:cs typeface="Segoe UI" pitchFamily="34" charset="-120"/>
              </a:rPr>
              <a:t>Satu identitas anggota untuk iuran, KTA, berita, dan kegiatan</a:t>
            </a:r>
            <a:endParaRPr lang="en-US" sz="1600" dirty="0"/>
          </a:p>
        </p:txBody>
      </p:sp>
      <p:pic>
        <p:nvPicPr>
          <p:cNvPr id="22" name="ikon-butir-46" descr="Penanda butir">    </p:cNvPr>
          <p:cNvPicPr>
            <a:picLocks noChangeAspect="1"/>
          </p:cNvPicPr>
          <p:nvPr/>
        </p:nvPicPr>
        <p:blipFill>
          <a:blip r:embed="rId8"/>
          <a:stretch>
            <a:fillRect/>
          </a:stretch>
        </p:blipFill>
        <p:spPr>
          <a:xfrm>
            <a:off x="6656832" y="3818128"/>
            <a:ext cx="237744" cy="237744"/>
          </a:xfrm>
          <a:prstGeom prst="rect">
            <a:avLst/>
          </a:prstGeom>
        </p:spPr>
      </p:pic>
      <p:sp>
        <p:nvSpPr>
          <p:cNvPr id="23" name="butir-47"/>
          <p:cNvSpPr txBox="1"/>
          <p:nvPr/>
        </p:nvSpPr>
        <p:spPr>
          <a:xfrm>
            <a:off x="7040880" y="3781552"/>
            <a:ext cx="4233672" cy="581152"/>
          </a:xfrm>
          <a:prstGeom prst="rect">
            <a:avLst/>
          </a:prstGeom>
          <a:noFill/>
          <a:ln/>
        </p:spPr>
        <p:txBody>
          <a:bodyPr wrap="square" lIns="0" tIns="0" rIns="0" bIns="0" rtlCol="0" anchor="t"/>
          <a:lstStyle/>
          <a:p>
            <a:pPr indent="0" marL="0">
              <a:buNone/>
            </a:pPr>
            <a:r>
              <a:rPr lang="en-US" sz="1600" dirty="0">
                <a:solidFill>
                  <a:srgbClr val="E8F0E6"/>
                </a:solidFill>
                <a:latin typeface="Segoe UI" pitchFamily="34" charset="0"/>
                <a:ea typeface="Segoe UI" pitchFamily="34" charset="-122"/>
                <a:cs typeface="Segoe UI" pitchFamily="34" charset="-120"/>
              </a:rPr>
              <a:t>Status pembayaran dan masa aktif KTA dapat dilihat sendiri kapan saja</a:t>
            </a:r>
            <a:endParaRPr lang="en-US" sz="1600" dirty="0"/>
          </a:p>
        </p:txBody>
      </p:sp>
      <p:pic>
        <p:nvPicPr>
          <p:cNvPr id="24" name="ikon-butir-48" descr="Penanda butir">    </p:cNvPr>
          <p:cNvPicPr>
            <a:picLocks noChangeAspect="1"/>
          </p:cNvPicPr>
          <p:nvPr/>
        </p:nvPicPr>
        <p:blipFill>
          <a:blip r:embed="rId9"/>
          <a:stretch>
            <a:fillRect/>
          </a:stretch>
        </p:blipFill>
        <p:spPr>
          <a:xfrm>
            <a:off x="6656832" y="4582160"/>
            <a:ext cx="237744" cy="237744"/>
          </a:xfrm>
          <a:prstGeom prst="rect">
            <a:avLst/>
          </a:prstGeom>
        </p:spPr>
      </p:pic>
      <p:sp>
        <p:nvSpPr>
          <p:cNvPr id="25" name="butir-49"/>
          <p:cNvSpPr txBox="1"/>
          <p:nvPr/>
        </p:nvSpPr>
        <p:spPr>
          <a:xfrm>
            <a:off x="7040880" y="4545584"/>
            <a:ext cx="4233672" cy="581152"/>
          </a:xfrm>
          <a:prstGeom prst="rect">
            <a:avLst/>
          </a:prstGeom>
          <a:noFill/>
          <a:ln/>
        </p:spPr>
        <p:txBody>
          <a:bodyPr wrap="square" lIns="0" tIns="0" rIns="0" bIns="0" rtlCol="0" anchor="t"/>
          <a:lstStyle/>
          <a:p>
            <a:pPr indent="0" marL="0">
              <a:buNone/>
            </a:pPr>
            <a:r>
              <a:rPr lang="en-US" sz="1600" dirty="0">
                <a:solidFill>
                  <a:srgbClr val="E8F0E6"/>
                </a:solidFill>
                <a:latin typeface="Segoe UI" pitchFamily="34" charset="0"/>
                <a:ea typeface="Segoe UI" pitchFamily="34" charset="-122"/>
                <a:cs typeface="Segoe UI" pitchFamily="34" charset="-120"/>
              </a:rPr>
              <a:t>Pengurus memproses iuran secara tertib, dan setiap keputusan tercatat</a:t>
            </a:r>
            <a:endParaRPr lang="en-US" sz="1600" dirty="0"/>
          </a:p>
        </p:txBody>
      </p:sp>
      <p:pic>
        <p:nvPicPr>
          <p:cNvPr id="26" name="ikon-butir-50" descr="Penanda butir">    </p:cNvPr>
          <p:cNvPicPr>
            <a:picLocks noChangeAspect="1"/>
          </p:cNvPicPr>
          <p:nvPr/>
        </p:nvPicPr>
        <p:blipFill>
          <a:blip r:embed="rId10"/>
          <a:stretch>
            <a:fillRect/>
          </a:stretch>
        </p:blipFill>
        <p:spPr>
          <a:xfrm>
            <a:off x="6656832" y="5346192"/>
            <a:ext cx="237744" cy="237744"/>
          </a:xfrm>
          <a:prstGeom prst="rect">
            <a:avLst/>
          </a:prstGeom>
        </p:spPr>
      </p:pic>
      <p:sp>
        <p:nvSpPr>
          <p:cNvPr id="27" name="butir-51"/>
          <p:cNvSpPr txBox="1"/>
          <p:nvPr/>
        </p:nvSpPr>
        <p:spPr>
          <a:xfrm>
            <a:off x="7040880" y="5309616"/>
            <a:ext cx="4233672" cy="581152"/>
          </a:xfrm>
          <a:prstGeom prst="rect">
            <a:avLst/>
          </a:prstGeom>
          <a:noFill/>
          <a:ln/>
        </p:spPr>
        <p:txBody>
          <a:bodyPr wrap="square" lIns="0" tIns="0" rIns="0" bIns="0" rtlCol="0" anchor="t"/>
          <a:lstStyle/>
          <a:p>
            <a:pPr indent="0" marL="0">
              <a:buNone/>
            </a:pPr>
            <a:r>
              <a:rPr lang="en-US" sz="1600" dirty="0">
                <a:solidFill>
                  <a:srgbClr val="E8F0E6"/>
                </a:solidFill>
                <a:latin typeface="Segoe UI" pitchFamily="34" charset="0"/>
                <a:ea typeface="Segoe UI" pitchFamily="34" charset="-122"/>
                <a:cs typeface="Segoe UI" pitchFamily="34" charset="-120"/>
              </a:rPr>
              <a:t>Jejaring alumni yang dapat dicari menurut angkatan, kota, dan profesi</a:t>
            </a:r>
            <a:endParaRPr lang="en-US" sz="16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A4B17"/>
                </a:solidFill>
                <a:latin typeface="Segoe UI Semibold"/>
                <a:ea typeface="Segoe UI Semibold"/>
                <a:cs typeface="Segoe UI Semibold"/>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nomor-bagian"/>
          <p:cNvSpPr txBox="1"/>
          <p:nvPr/>
        </p:nvSpPr>
        <p:spPr>
          <a:xfrm>
            <a:off x="475488" y="777240"/>
            <a:ext cx="4572000" cy="1920240"/>
          </a:xfrm>
          <a:prstGeom prst="rect">
            <a:avLst/>
          </a:prstGeom>
          <a:noFill/>
          <a:ln/>
        </p:spPr>
        <p:txBody>
          <a:bodyPr wrap="square" lIns="0" tIns="0" rIns="0" bIns="0" rtlCol="0" anchor="b"/>
          <a:lstStyle/>
          <a:p>
            <a:pPr indent="0" marL="0">
              <a:buNone/>
            </a:pPr>
            <a:r>
              <a:rPr lang="en-US" sz="12000" dirty="0">
                <a:solidFill>
                  <a:srgbClr val="E6D312"/>
                </a:solidFill>
                <a:latin typeface="Segoe UI Black" pitchFamily="34" charset="0"/>
                <a:ea typeface="Segoe UI Black" pitchFamily="34" charset="-122"/>
                <a:cs typeface="Segoe UI Black" pitchFamily="34" charset="-120"/>
              </a:rPr>
              <a:t>01</a:t>
            </a:r>
            <a:endParaRPr lang="en-US" sz="12000" dirty="0"/>
          </a:p>
        </p:txBody>
      </p:sp>
      <p:sp>
        <p:nvSpPr>
          <p:cNvPr id="4" name="Text 0"/>
          <p:cNvSpPr/>
          <p:nvPr>
            <p:ph idx="100" type="title" hasCustomPrompt="1"/>
          </p:nvPr>
        </p:nvSpPr>
        <p:spPr>
          <a:xfrm>
            <a:off x="548640" y="2880360"/>
            <a:ext cx="10515600" cy="1051560"/>
          </a:xfrm>
          <a:prstGeom prst="rect">
            <a:avLst/>
          </a:prstGeom>
          <a:noFill/>
          <a:ln/>
        </p:spPr>
        <p:txBody>
          <a:bodyPr wrap="square" lIns="0" tIns="0" rIns="0" bIns="0" rtlCol="0" anchor="t"/>
          <a:lstStyle/>
          <a:p>
            <a:pPr algn="l" indent="0" marL="0">
              <a:buNone/>
            </a:pPr>
            <a:r>
              <a:rPr lang="en-US" sz="4400" dirty="0">
                <a:solidFill>
                  <a:srgbClr val="FFFFFF"/>
                </a:solidFill>
                <a:latin typeface="Segoe UI Semibold" pitchFamily="34" charset="0"/>
                <a:ea typeface="Segoe UI Semibold" pitchFamily="34" charset="-122"/>
                <a:cs typeface="Segoe UI Semibold" pitchFamily="34" charset="-120"/>
              </a:rPr>
              <a:t>Mengenal KAPDH Apps</a:t>
            </a:r>
            <a:endParaRPr lang="en-US" sz="4400" dirty="0"/>
          </a:p>
        </p:txBody>
      </p:sp>
      <p:sp>
        <p:nvSpPr>
          <p:cNvPr id="5" name="Text 0"/>
          <p:cNvSpPr/>
          <p:nvPr>
            <p:ph idx="101" type="body" hasCustomPrompt="1"/>
          </p:nvPr>
        </p:nvSpPr>
        <p:spPr>
          <a:xfrm>
            <a:off x="548640" y="4023360"/>
            <a:ext cx="9144000" cy="1097280"/>
          </a:xfrm>
          <a:prstGeom prst="rect">
            <a:avLst/>
          </a:prstGeom>
          <a:noFill/>
          <a:ln/>
        </p:spPr>
        <p:txBody>
          <a:bodyPr wrap="square" lIns="0" tIns="0" rIns="0" bIns="0" rtlCol="0" anchor="t"/>
          <a:lstStyle/>
          <a:p>
            <a:pPr algn="l" indent="0" marL="0">
              <a:buNone/>
            </a:pPr>
            <a:r>
              <a:rPr lang="en-US" sz="2000" dirty="0">
                <a:solidFill>
                  <a:srgbClr val="DCE6DA"/>
                </a:solidFill>
                <a:latin typeface="Segoe UI" pitchFamily="34" charset="0"/>
                <a:ea typeface="Segoe UI" pitchFamily="34" charset="-122"/>
                <a:cs typeface="Segoe UI" pitchFamily="34" charset="-120"/>
              </a:rPr>
              <a:t>Aplikasi anggota untuk Android dan iOS, web admin untuk pengurus, dan situs kapdh.or.id untuk umum</a:t>
            </a:r>
            <a:endParaRPr 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0"/>
          <p:cNvSpPr/>
          <p:nvPr>
            <p:ph idx="100" type="title" hasCustomPrompt="1"/>
          </p:nvPr>
        </p:nvSpPr>
        <p:spPr>
          <a:xfrm>
            <a:off x="548640" y="640080"/>
            <a:ext cx="10332720" cy="914400"/>
          </a:xfrm>
          <a:prstGeom prst="rect">
            <a:avLst/>
          </a:prstGeom>
          <a:noFill/>
          <a:ln/>
        </p:spPr>
        <p:txBody>
          <a:bodyPr wrap="square" lIns="0" tIns="0" rIns="0" bIns="0" rtlCol="0" anchor="t"/>
          <a:lstStyle/>
          <a:p>
            <a:pPr algn="l" indent="0" marL="0">
              <a:buNone/>
            </a:pPr>
            <a:r>
              <a:rPr lang="en-US" sz="2800" dirty="0">
                <a:solidFill>
                  <a:srgbClr val="143A12"/>
                </a:solidFill>
                <a:latin typeface="Segoe UI Semibold" pitchFamily="34" charset="0"/>
                <a:ea typeface="Segoe UI Semibold" pitchFamily="34" charset="-122"/>
                <a:cs typeface="Segoe UI Semibold" pitchFamily="34" charset="-120"/>
              </a:rPr>
              <a:t>Enam layanan utama untuk anggota</a:t>
            </a:r>
            <a:endParaRPr lang="en-US" sz="2800" dirty="0"/>
          </a:p>
        </p:txBody>
      </p:sp>
      <p:sp>
        <p:nvSpPr>
          <p:cNvPr id="4" name="subjudul"/>
          <p:cNvSpPr txBox="1"/>
          <p:nvPr/>
        </p:nvSpPr>
        <p:spPr>
          <a:xfrm>
            <a:off x="548640" y="1417320"/>
            <a:ext cx="10332720" cy="411480"/>
          </a:xfrm>
          <a:prstGeom prst="rect">
            <a:avLst/>
          </a:prstGeom>
          <a:noFill/>
          <a:ln/>
        </p:spPr>
        <p:txBody>
          <a:bodyPr wrap="square" lIns="0" tIns="0" rIns="0" bIns="0" rtlCol="0" anchor="ctr"/>
          <a:lstStyle/>
          <a:p>
            <a:pPr indent="0" marL="0">
              <a:buNone/>
            </a:pPr>
            <a:r>
              <a:rPr lang="en-US" sz="1600" dirty="0">
                <a:solidFill>
                  <a:srgbClr val="5E665C"/>
                </a:solidFill>
                <a:latin typeface="Segoe UI" pitchFamily="34" charset="0"/>
                <a:ea typeface="Segoe UI" pitchFamily="34" charset="-122"/>
                <a:cs typeface="Segoe UI" pitchFamily="34" charset="-120"/>
              </a:rPr>
              <a:t>Satu aplikasi untuk keanggotaan, informasi, kegiatan, dan silaturahmi alumni</a:t>
            </a:r>
            <a:endParaRPr lang="en-US" sz="1600" dirty="0"/>
          </a:p>
        </p:txBody>
      </p:sp>
      <p:sp>
        <p:nvSpPr>
          <p:cNvPr id="5" name="kartu-fitur-52"/>
          <p:cNvSpPr/>
          <p:nvPr/>
        </p:nvSpPr>
        <p:spPr>
          <a:xfrm>
            <a:off x="548640" y="2011680"/>
            <a:ext cx="3502152" cy="1920240"/>
          </a:xfrm>
          <a:prstGeom prst="roundRect">
            <a:avLst>
              <a:gd name="adj" fmla="val 7619"/>
            </a:avLst>
          </a:prstGeom>
          <a:solidFill>
            <a:srgbClr val="FFFFFF"/>
          </a:solidFill>
          <a:ln w="12700">
            <a:solidFill>
              <a:srgbClr val="E6EBE3"/>
            </a:solidFill>
            <a:prstDash val="solid"/>
          </a:ln>
          <a:effectLst>
            <a:outerShdw sx="100000" sy="100000" kx="0" ky="0" algn="bl" rotWithShape="0" blurRad="127000" dist="38100" dir="5400000">
              <a:srgbClr val="0E280C">
                <a:alpha val="8000"/>
              </a:srgbClr>
            </a:outerShdw>
          </a:effectLst>
        </p:spPr>
      </p:sp>
      <p:sp>
        <p:nvSpPr>
          <p:cNvPr id="6" name="lingkaran-ikon-53"/>
          <p:cNvSpPr/>
          <p:nvPr/>
        </p:nvSpPr>
        <p:spPr>
          <a:xfrm>
            <a:off x="822960" y="2286000"/>
            <a:ext cx="621792" cy="621792"/>
          </a:xfrm>
          <a:prstGeom prst="ellipse">
            <a:avLst/>
          </a:prstGeom>
          <a:solidFill>
            <a:srgbClr val="1A4B17"/>
          </a:solidFill>
          <a:ln/>
        </p:spPr>
      </p:sp>
      <p:pic>
        <p:nvPicPr>
          <p:cNvPr id="7" name="ikon-54" descr="Ikon">    </p:cNvPr>
          <p:cNvPicPr>
            <a:picLocks noChangeAspect="1"/>
          </p:cNvPicPr>
          <p:nvPr/>
        </p:nvPicPr>
        <p:blipFill>
          <a:blip r:embed="rId1"/>
          <a:stretch>
            <a:fillRect/>
          </a:stretch>
        </p:blipFill>
        <p:spPr>
          <a:xfrm>
            <a:off x="965972" y="2429012"/>
            <a:ext cx="335768" cy="335768"/>
          </a:xfrm>
          <a:prstGeom prst="rect">
            <a:avLst/>
          </a:prstGeom>
        </p:spPr>
      </p:pic>
      <p:sp>
        <p:nvSpPr>
          <p:cNvPr id="8" name="judul-fitur-55"/>
          <p:cNvSpPr txBox="1"/>
          <p:nvPr/>
        </p:nvSpPr>
        <p:spPr>
          <a:xfrm>
            <a:off x="1600200" y="2286000"/>
            <a:ext cx="2221992" cy="621792"/>
          </a:xfrm>
          <a:prstGeom prst="rect">
            <a:avLst/>
          </a:prstGeom>
          <a:noFill/>
          <a:ln/>
        </p:spPr>
        <p:txBody>
          <a:bodyPr wrap="square" lIns="0" tIns="0" rIns="0" bIns="0" rtlCol="0" anchor="ctr"/>
          <a:lstStyle/>
          <a:p>
            <a:pPr indent="0" marL="0">
              <a:buNone/>
            </a:pPr>
            <a:r>
              <a:rPr lang="en-US" sz="1800" dirty="0">
                <a:solidFill>
                  <a:srgbClr val="143A12"/>
                </a:solidFill>
                <a:latin typeface="Segoe UI Semibold" pitchFamily="34" charset="0"/>
                <a:ea typeface="Segoe UI Semibold" pitchFamily="34" charset="-122"/>
                <a:cs typeface="Segoe UI Semibold" pitchFamily="34" charset="-120"/>
              </a:rPr>
              <a:t>KTA digital</a:t>
            </a:r>
            <a:endParaRPr lang="en-US" sz="1800" dirty="0"/>
          </a:p>
        </p:txBody>
      </p:sp>
      <p:sp>
        <p:nvSpPr>
          <p:cNvPr id="9" name="teks-fitur-56"/>
          <p:cNvSpPr txBox="1"/>
          <p:nvPr/>
        </p:nvSpPr>
        <p:spPr>
          <a:xfrm>
            <a:off x="822960" y="3035808"/>
            <a:ext cx="2953512" cy="731520"/>
          </a:xfrm>
          <a:prstGeom prst="rect">
            <a:avLst/>
          </a:prstGeom>
          <a:noFill/>
          <a:ln/>
        </p:spPr>
        <p:txBody>
          <a:bodyPr wrap="square" lIns="0" tIns="0" rIns="0" bIns="0" rtlCol="0" anchor="t"/>
          <a:lstStyle/>
          <a:p>
            <a:pPr indent="0" marL="0">
              <a:buNone/>
            </a:pPr>
            <a:r>
              <a:rPr lang="en-US" sz="1400" dirty="0">
                <a:solidFill>
                  <a:srgbClr val="1C1B1F"/>
                </a:solidFill>
                <a:latin typeface="Segoe UI" pitchFamily="34" charset="0"/>
                <a:ea typeface="Segoe UI" pitchFamily="34" charset="-122"/>
                <a:cs typeface="Segoe UI" pitchFamily="34" charset="-120"/>
              </a:rPr>
              <a:t>Kartu anggota berkode QR yang keaslian dan statusnya dapat diperiksa siapa pun.</a:t>
            </a:r>
            <a:endParaRPr lang="en-US" sz="1400" dirty="0"/>
          </a:p>
        </p:txBody>
      </p:sp>
      <p:sp>
        <p:nvSpPr>
          <p:cNvPr id="10" name="kartu-fitur-57"/>
          <p:cNvSpPr/>
          <p:nvPr/>
        </p:nvSpPr>
        <p:spPr>
          <a:xfrm>
            <a:off x="4343400" y="2011680"/>
            <a:ext cx="3502152" cy="1920240"/>
          </a:xfrm>
          <a:prstGeom prst="roundRect">
            <a:avLst>
              <a:gd name="adj" fmla="val 7619"/>
            </a:avLst>
          </a:prstGeom>
          <a:solidFill>
            <a:srgbClr val="1A4B17"/>
          </a:solidFill>
          <a:ln/>
        </p:spPr>
      </p:sp>
      <p:sp>
        <p:nvSpPr>
          <p:cNvPr id="11" name="lingkaran-ikon-58"/>
          <p:cNvSpPr/>
          <p:nvPr/>
        </p:nvSpPr>
        <p:spPr>
          <a:xfrm>
            <a:off x="4617720" y="2286000"/>
            <a:ext cx="621792" cy="621792"/>
          </a:xfrm>
          <a:prstGeom prst="ellipse">
            <a:avLst/>
          </a:prstGeom>
          <a:solidFill>
            <a:srgbClr val="E6D312"/>
          </a:solidFill>
          <a:ln/>
        </p:spPr>
      </p:sp>
      <p:pic>
        <p:nvPicPr>
          <p:cNvPr id="12" name="ikon-59" descr="Ikon">    </p:cNvPr>
          <p:cNvPicPr>
            <a:picLocks noChangeAspect="1"/>
          </p:cNvPicPr>
          <p:nvPr/>
        </p:nvPicPr>
        <p:blipFill>
          <a:blip r:embed="rId2"/>
          <a:stretch>
            <a:fillRect/>
          </a:stretch>
        </p:blipFill>
        <p:spPr>
          <a:xfrm>
            <a:off x="4760732" y="2429012"/>
            <a:ext cx="335768" cy="335768"/>
          </a:xfrm>
          <a:prstGeom prst="rect">
            <a:avLst/>
          </a:prstGeom>
        </p:spPr>
      </p:pic>
      <p:sp>
        <p:nvSpPr>
          <p:cNvPr id="13" name="judul-fitur-60"/>
          <p:cNvSpPr txBox="1"/>
          <p:nvPr/>
        </p:nvSpPr>
        <p:spPr>
          <a:xfrm>
            <a:off x="5394960" y="2286000"/>
            <a:ext cx="2221992" cy="621792"/>
          </a:xfrm>
          <a:prstGeom prst="rect">
            <a:avLst/>
          </a:prstGeom>
          <a:noFill/>
          <a:ln/>
        </p:spPr>
        <p:txBody>
          <a:bodyPr wrap="square" lIns="0" tIns="0" rIns="0" bIns="0" rtlCol="0" anchor="ctr"/>
          <a:lstStyle/>
          <a:p>
            <a:pPr indent="0" marL="0">
              <a:buNone/>
            </a:pPr>
            <a:r>
              <a:rPr lang="en-US" sz="1800" dirty="0">
                <a:solidFill>
                  <a:srgbClr val="FFFFFF"/>
                </a:solidFill>
                <a:latin typeface="Segoe UI Semibold" pitchFamily="34" charset="0"/>
                <a:ea typeface="Segoe UI Semibold" pitchFamily="34" charset="-122"/>
                <a:cs typeface="Segoe UI Semibold" pitchFamily="34" charset="-120"/>
              </a:rPr>
              <a:t>Iuran keanggotaan</a:t>
            </a:r>
            <a:endParaRPr lang="en-US" sz="1800" dirty="0"/>
          </a:p>
        </p:txBody>
      </p:sp>
      <p:sp>
        <p:nvSpPr>
          <p:cNvPr id="14" name="teks-fitur-61"/>
          <p:cNvSpPr txBox="1"/>
          <p:nvPr/>
        </p:nvSpPr>
        <p:spPr>
          <a:xfrm>
            <a:off x="4617720" y="3035808"/>
            <a:ext cx="2953512" cy="731520"/>
          </a:xfrm>
          <a:prstGeom prst="rect">
            <a:avLst/>
          </a:prstGeom>
          <a:noFill/>
          <a:ln/>
        </p:spPr>
        <p:txBody>
          <a:bodyPr wrap="square" lIns="0" tIns="0" rIns="0" bIns="0" rtlCol="0" anchor="t"/>
          <a:lstStyle/>
          <a:p>
            <a:pPr indent="0" marL="0">
              <a:buNone/>
            </a:pPr>
            <a:r>
              <a:rPr lang="en-US" sz="1400" dirty="0">
                <a:solidFill>
                  <a:srgbClr val="E8F0E6"/>
                </a:solidFill>
                <a:latin typeface="Segoe UI" pitchFamily="34" charset="0"/>
                <a:ea typeface="Segoe UI" pitchFamily="34" charset="-122"/>
                <a:cs typeface="Segoe UI" pitchFamily="34" charset="-120"/>
              </a:rPr>
              <a:t>Bayar ke tujuan resmi, unggah bukti, lalu pantau keputusan pengurus.</a:t>
            </a:r>
            <a:endParaRPr lang="en-US" sz="1400" dirty="0"/>
          </a:p>
        </p:txBody>
      </p:sp>
      <p:sp>
        <p:nvSpPr>
          <p:cNvPr id="15" name="kartu-fitur-62"/>
          <p:cNvSpPr/>
          <p:nvPr/>
        </p:nvSpPr>
        <p:spPr>
          <a:xfrm>
            <a:off x="8138160" y="2011680"/>
            <a:ext cx="3502152" cy="1920240"/>
          </a:xfrm>
          <a:prstGeom prst="roundRect">
            <a:avLst>
              <a:gd name="adj" fmla="val 7619"/>
            </a:avLst>
          </a:prstGeom>
          <a:solidFill>
            <a:srgbClr val="FFFFFF"/>
          </a:solidFill>
          <a:ln w="12700">
            <a:solidFill>
              <a:srgbClr val="E6EBE3"/>
            </a:solidFill>
            <a:prstDash val="solid"/>
          </a:ln>
          <a:effectLst>
            <a:outerShdw sx="100000" sy="100000" kx="0" ky="0" algn="bl" rotWithShape="0" blurRad="127000" dist="38100" dir="5400000">
              <a:srgbClr val="0E280C">
                <a:alpha val="8000"/>
              </a:srgbClr>
            </a:outerShdw>
          </a:effectLst>
        </p:spPr>
      </p:sp>
      <p:sp>
        <p:nvSpPr>
          <p:cNvPr id="16" name="lingkaran-ikon-63"/>
          <p:cNvSpPr/>
          <p:nvPr/>
        </p:nvSpPr>
        <p:spPr>
          <a:xfrm>
            <a:off x="8412480" y="2286000"/>
            <a:ext cx="621792" cy="621792"/>
          </a:xfrm>
          <a:prstGeom prst="ellipse">
            <a:avLst/>
          </a:prstGeom>
          <a:solidFill>
            <a:srgbClr val="1A4B17"/>
          </a:solidFill>
          <a:ln/>
        </p:spPr>
      </p:sp>
      <p:pic>
        <p:nvPicPr>
          <p:cNvPr id="17" name="ikon-64" descr="Ikon">    </p:cNvPr>
          <p:cNvPicPr>
            <a:picLocks noChangeAspect="1"/>
          </p:cNvPicPr>
          <p:nvPr/>
        </p:nvPicPr>
        <p:blipFill>
          <a:blip r:embed="rId3"/>
          <a:stretch>
            <a:fillRect/>
          </a:stretch>
        </p:blipFill>
        <p:spPr>
          <a:xfrm>
            <a:off x="8555492" y="2429012"/>
            <a:ext cx="335768" cy="335768"/>
          </a:xfrm>
          <a:prstGeom prst="rect">
            <a:avLst/>
          </a:prstGeom>
        </p:spPr>
      </p:pic>
      <p:sp>
        <p:nvSpPr>
          <p:cNvPr id="18" name="judul-fitur-65"/>
          <p:cNvSpPr txBox="1"/>
          <p:nvPr/>
        </p:nvSpPr>
        <p:spPr>
          <a:xfrm>
            <a:off x="9189720" y="2286000"/>
            <a:ext cx="2221992" cy="621792"/>
          </a:xfrm>
          <a:prstGeom prst="rect">
            <a:avLst/>
          </a:prstGeom>
          <a:noFill/>
          <a:ln/>
        </p:spPr>
        <p:txBody>
          <a:bodyPr wrap="square" lIns="0" tIns="0" rIns="0" bIns="0" rtlCol="0" anchor="ctr"/>
          <a:lstStyle/>
          <a:p>
            <a:pPr indent="0" marL="0">
              <a:buNone/>
            </a:pPr>
            <a:r>
              <a:rPr lang="en-US" sz="1800" dirty="0">
                <a:solidFill>
                  <a:srgbClr val="143A12"/>
                </a:solidFill>
                <a:latin typeface="Segoe UI Semibold" pitchFamily="34" charset="0"/>
                <a:ea typeface="Segoe UI Semibold" pitchFamily="34" charset="-122"/>
                <a:cs typeface="Segoe UI Semibold" pitchFamily="34" charset="-120"/>
              </a:rPr>
              <a:t>Beranda dan notifikasi</a:t>
            </a:r>
            <a:endParaRPr lang="en-US" sz="1800" dirty="0"/>
          </a:p>
        </p:txBody>
      </p:sp>
      <p:sp>
        <p:nvSpPr>
          <p:cNvPr id="19" name="teks-fitur-66"/>
          <p:cNvSpPr txBox="1"/>
          <p:nvPr/>
        </p:nvSpPr>
        <p:spPr>
          <a:xfrm>
            <a:off x="8412480" y="3035808"/>
            <a:ext cx="2953512" cy="731520"/>
          </a:xfrm>
          <a:prstGeom prst="rect">
            <a:avLst/>
          </a:prstGeom>
          <a:noFill/>
          <a:ln/>
        </p:spPr>
        <p:txBody>
          <a:bodyPr wrap="square" lIns="0" tIns="0" rIns="0" bIns="0" rtlCol="0" anchor="t"/>
          <a:lstStyle/>
          <a:p>
            <a:pPr indent="0" marL="0">
              <a:buNone/>
            </a:pPr>
            <a:r>
              <a:rPr lang="en-US" sz="1400" dirty="0">
                <a:solidFill>
                  <a:srgbClr val="1C1B1F"/>
                </a:solidFill>
                <a:latin typeface="Segoe UI" pitchFamily="34" charset="0"/>
                <a:ea typeface="Segoe UI" pitchFamily="34" charset="-122"/>
                <a:cs typeface="Segoe UI" pitchFamily="34" charset="-120"/>
              </a:rPr>
              <a:t>Berita, pengumuman, dan pemberitahuan resmi organisasi di satu tempat.</a:t>
            </a:r>
            <a:endParaRPr lang="en-US" sz="1400" dirty="0"/>
          </a:p>
        </p:txBody>
      </p:sp>
      <p:sp>
        <p:nvSpPr>
          <p:cNvPr id="20" name="kartu-fitur-67"/>
          <p:cNvSpPr/>
          <p:nvPr/>
        </p:nvSpPr>
        <p:spPr>
          <a:xfrm>
            <a:off x="548640" y="4224528"/>
            <a:ext cx="3502152" cy="1920240"/>
          </a:xfrm>
          <a:prstGeom prst="roundRect">
            <a:avLst>
              <a:gd name="adj" fmla="val 7619"/>
            </a:avLst>
          </a:prstGeom>
          <a:solidFill>
            <a:srgbClr val="1A4B17"/>
          </a:solidFill>
          <a:ln/>
        </p:spPr>
      </p:sp>
      <p:sp>
        <p:nvSpPr>
          <p:cNvPr id="21" name="lingkaran-ikon-68"/>
          <p:cNvSpPr/>
          <p:nvPr/>
        </p:nvSpPr>
        <p:spPr>
          <a:xfrm>
            <a:off x="822960" y="4498848"/>
            <a:ext cx="621792" cy="621792"/>
          </a:xfrm>
          <a:prstGeom prst="ellipse">
            <a:avLst/>
          </a:prstGeom>
          <a:solidFill>
            <a:srgbClr val="E6D312"/>
          </a:solidFill>
          <a:ln/>
        </p:spPr>
      </p:sp>
      <p:pic>
        <p:nvPicPr>
          <p:cNvPr id="22" name="ikon-69" descr="Ikon">    </p:cNvPr>
          <p:cNvPicPr>
            <a:picLocks noChangeAspect="1"/>
          </p:cNvPicPr>
          <p:nvPr/>
        </p:nvPicPr>
        <p:blipFill>
          <a:blip r:embed="rId4"/>
          <a:stretch>
            <a:fillRect/>
          </a:stretch>
        </p:blipFill>
        <p:spPr>
          <a:xfrm>
            <a:off x="965972" y="4641860"/>
            <a:ext cx="335768" cy="335768"/>
          </a:xfrm>
          <a:prstGeom prst="rect">
            <a:avLst/>
          </a:prstGeom>
        </p:spPr>
      </p:pic>
      <p:sp>
        <p:nvSpPr>
          <p:cNvPr id="23" name="judul-fitur-70"/>
          <p:cNvSpPr txBox="1"/>
          <p:nvPr/>
        </p:nvSpPr>
        <p:spPr>
          <a:xfrm>
            <a:off x="1600200" y="4498848"/>
            <a:ext cx="2221992" cy="621792"/>
          </a:xfrm>
          <a:prstGeom prst="rect">
            <a:avLst/>
          </a:prstGeom>
          <a:noFill/>
          <a:ln/>
        </p:spPr>
        <p:txBody>
          <a:bodyPr wrap="square" lIns="0" tIns="0" rIns="0" bIns="0" rtlCol="0" anchor="ctr"/>
          <a:lstStyle/>
          <a:p>
            <a:pPr indent="0" marL="0">
              <a:buNone/>
            </a:pPr>
            <a:r>
              <a:rPr lang="en-US" sz="1800" dirty="0">
                <a:solidFill>
                  <a:srgbClr val="FFFFFF"/>
                </a:solidFill>
                <a:latin typeface="Segoe UI Semibold" pitchFamily="34" charset="0"/>
                <a:ea typeface="Segoe UI Semibold" pitchFamily="34" charset="-122"/>
                <a:cs typeface="Segoe UI Semibold" pitchFamily="34" charset="-120"/>
              </a:rPr>
              <a:t>Event dan tiket</a:t>
            </a:r>
            <a:endParaRPr lang="en-US" sz="1800" dirty="0"/>
          </a:p>
        </p:txBody>
      </p:sp>
      <p:sp>
        <p:nvSpPr>
          <p:cNvPr id="24" name="teks-fitur-71"/>
          <p:cNvSpPr txBox="1"/>
          <p:nvPr/>
        </p:nvSpPr>
        <p:spPr>
          <a:xfrm>
            <a:off x="822960" y="5248656"/>
            <a:ext cx="2953512" cy="731520"/>
          </a:xfrm>
          <a:prstGeom prst="rect">
            <a:avLst/>
          </a:prstGeom>
          <a:noFill/>
          <a:ln/>
        </p:spPr>
        <p:txBody>
          <a:bodyPr wrap="square" lIns="0" tIns="0" rIns="0" bIns="0" rtlCol="0" anchor="t"/>
          <a:lstStyle/>
          <a:p>
            <a:pPr indent="0" marL="0">
              <a:buNone/>
            </a:pPr>
            <a:r>
              <a:rPr lang="en-US" sz="1400" dirty="0">
                <a:solidFill>
                  <a:srgbClr val="E8F0E6"/>
                </a:solidFill>
                <a:latin typeface="Segoe UI" pitchFamily="34" charset="0"/>
                <a:ea typeface="Segoe UI" pitchFamily="34" charset="-122"/>
                <a:cs typeface="Segoe UI" pitchFamily="34" charset="-120"/>
              </a:rPr>
              <a:t>Daftar kegiatan alumni dan terima tiket digital berkode QR.</a:t>
            </a:r>
            <a:endParaRPr lang="en-US" sz="1400" dirty="0"/>
          </a:p>
        </p:txBody>
      </p:sp>
      <p:sp>
        <p:nvSpPr>
          <p:cNvPr id="25" name="kartu-fitur-72"/>
          <p:cNvSpPr/>
          <p:nvPr/>
        </p:nvSpPr>
        <p:spPr>
          <a:xfrm>
            <a:off x="4343400" y="4224528"/>
            <a:ext cx="3502152" cy="1920240"/>
          </a:xfrm>
          <a:prstGeom prst="roundRect">
            <a:avLst>
              <a:gd name="adj" fmla="val 7619"/>
            </a:avLst>
          </a:prstGeom>
          <a:solidFill>
            <a:srgbClr val="FFFFFF"/>
          </a:solidFill>
          <a:ln w="12700">
            <a:solidFill>
              <a:srgbClr val="E6EBE3"/>
            </a:solidFill>
            <a:prstDash val="solid"/>
          </a:ln>
          <a:effectLst>
            <a:outerShdw sx="100000" sy="100000" kx="0" ky="0" algn="bl" rotWithShape="0" blurRad="127000" dist="38100" dir="5400000">
              <a:srgbClr val="0E280C">
                <a:alpha val="8000"/>
              </a:srgbClr>
            </a:outerShdw>
          </a:effectLst>
        </p:spPr>
      </p:sp>
      <p:sp>
        <p:nvSpPr>
          <p:cNvPr id="26" name="lingkaran-ikon-73"/>
          <p:cNvSpPr/>
          <p:nvPr/>
        </p:nvSpPr>
        <p:spPr>
          <a:xfrm>
            <a:off x="4617720" y="4498848"/>
            <a:ext cx="621792" cy="621792"/>
          </a:xfrm>
          <a:prstGeom prst="ellipse">
            <a:avLst/>
          </a:prstGeom>
          <a:solidFill>
            <a:srgbClr val="1A4B17"/>
          </a:solidFill>
          <a:ln/>
        </p:spPr>
      </p:sp>
      <p:pic>
        <p:nvPicPr>
          <p:cNvPr id="27" name="ikon-74" descr="Ikon">    </p:cNvPr>
          <p:cNvPicPr>
            <a:picLocks noChangeAspect="1"/>
          </p:cNvPicPr>
          <p:nvPr/>
        </p:nvPicPr>
        <p:blipFill>
          <a:blip r:embed="rId5"/>
          <a:stretch>
            <a:fillRect/>
          </a:stretch>
        </p:blipFill>
        <p:spPr>
          <a:xfrm>
            <a:off x="4760732" y="4641860"/>
            <a:ext cx="335768" cy="335768"/>
          </a:xfrm>
          <a:prstGeom prst="rect">
            <a:avLst/>
          </a:prstGeom>
        </p:spPr>
      </p:pic>
      <p:sp>
        <p:nvSpPr>
          <p:cNvPr id="28" name="judul-fitur-75"/>
          <p:cNvSpPr txBox="1"/>
          <p:nvPr/>
        </p:nvSpPr>
        <p:spPr>
          <a:xfrm>
            <a:off x="5394960" y="4498848"/>
            <a:ext cx="2221992" cy="621792"/>
          </a:xfrm>
          <a:prstGeom prst="rect">
            <a:avLst/>
          </a:prstGeom>
          <a:noFill/>
          <a:ln/>
        </p:spPr>
        <p:txBody>
          <a:bodyPr wrap="square" lIns="0" tIns="0" rIns="0" bIns="0" rtlCol="0" anchor="ctr"/>
          <a:lstStyle/>
          <a:p>
            <a:pPr indent="0" marL="0">
              <a:buNone/>
            </a:pPr>
            <a:r>
              <a:rPr lang="en-US" sz="1800" dirty="0">
                <a:solidFill>
                  <a:srgbClr val="143A12"/>
                </a:solidFill>
                <a:latin typeface="Segoe UI Semibold" pitchFamily="34" charset="0"/>
                <a:ea typeface="Segoe UI Semibold" pitchFamily="34" charset="-122"/>
                <a:cs typeface="Segoe UI Semibold" pitchFamily="34" charset="-120"/>
              </a:rPr>
              <a:t>Jejaring alumni</a:t>
            </a:r>
            <a:endParaRPr lang="en-US" sz="1800" dirty="0"/>
          </a:p>
        </p:txBody>
      </p:sp>
      <p:sp>
        <p:nvSpPr>
          <p:cNvPr id="29" name="teks-fitur-76"/>
          <p:cNvSpPr txBox="1"/>
          <p:nvPr/>
        </p:nvSpPr>
        <p:spPr>
          <a:xfrm>
            <a:off x="4617720" y="5248656"/>
            <a:ext cx="2953512" cy="731520"/>
          </a:xfrm>
          <a:prstGeom prst="rect">
            <a:avLst/>
          </a:prstGeom>
          <a:noFill/>
          <a:ln/>
        </p:spPr>
        <p:txBody>
          <a:bodyPr wrap="square" lIns="0" tIns="0" rIns="0" bIns="0" rtlCol="0" anchor="t"/>
          <a:lstStyle/>
          <a:p>
            <a:pPr indent="0" marL="0">
              <a:buNone/>
            </a:pPr>
            <a:r>
              <a:rPr lang="en-US" sz="1400" dirty="0">
                <a:solidFill>
                  <a:srgbClr val="1C1B1F"/>
                </a:solidFill>
                <a:latin typeface="Segoe UI" pitchFamily="34" charset="0"/>
                <a:ea typeface="Segoe UI" pitchFamily="34" charset="-122"/>
                <a:cs typeface="Segoe UI" pitchFamily="34" charset="-120"/>
              </a:rPr>
              <a:t>Temukan sahabat menurut nama, angkatan, kelas, kota, profesi, atau keahlian.</a:t>
            </a:r>
            <a:endParaRPr lang="en-US" sz="1400" dirty="0"/>
          </a:p>
        </p:txBody>
      </p:sp>
      <p:sp>
        <p:nvSpPr>
          <p:cNvPr id="30" name="kartu-fitur-77"/>
          <p:cNvSpPr/>
          <p:nvPr/>
        </p:nvSpPr>
        <p:spPr>
          <a:xfrm>
            <a:off x="8138160" y="4224528"/>
            <a:ext cx="3502152" cy="1920240"/>
          </a:xfrm>
          <a:prstGeom prst="roundRect">
            <a:avLst>
              <a:gd name="adj" fmla="val 7619"/>
            </a:avLst>
          </a:prstGeom>
          <a:solidFill>
            <a:srgbClr val="1A4B17"/>
          </a:solidFill>
          <a:ln/>
        </p:spPr>
      </p:sp>
      <p:sp>
        <p:nvSpPr>
          <p:cNvPr id="31" name="lingkaran-ikon-78"/>
          <p:cNvSpPr/>
          <p:nvPr/>
        </p:nvSpPr>
        <p:spPr>
          <a:xfrm>
            <a:off x="8412480" y="4498848"/>
            <a:ext cx="621792" cy="621792"/>
          </a:xfrm>
          <a:prstGeom prst="ellipse">
            <a:avLst/>
          </a:prstGeom>
          <a:solidFill>
            <a:srgbClr val="E6D312"/>
          </a:solidFill>
          <a:ln/>
        </p:spPr>
      </p:sp>
      <p:pic>
        <p:nvPicPr>
          <p:cNvPr id="32" name="ikon-79" descr="Ikon">    </p:cNvPr>
          <p:cNvPicPr>
            <a:picLocks noChangeAspect="1"/>
          </p:cNvPicPr>
          <p:nvPr/>
        </p:nvPicPr>
        <p:blipFill>
          <a:blip r:embed="rId6"/>
          <a:stretch>
            <a:fillRect/>
          </a:stretch>
        </p:blipFill>
        <p:spPr>
          <a:xfrm>
            <a:off x="8555492" y="4641860"/>
            <a:ext cx="335768" cy="335768"/>
          </a:xfrm>
          <a:prstGeom prst="rect">
            <a:avLst/>
          </a:prstGeom>
        </p:spPr>
      </p:pic>
      <p:sp>
        <p:nvSpPr>
          <p:cNvPr id="33" name="judul-fitur-80"/>
          <p:cNvSpPr txBox="1"/>
          <p:nvPr/>
        </p:nvSpPr>
        <p:spPr>
          <a:xfrm>
            <a:off x="9189720" y="4498848"/>
            <a:ext cx="2221992" cy="621792"/>
          </a:xfrm>
          <a:prstGeom prst="rect">
            <a:avLst/>
          </a:prstGeom>
          <a:noFill/>
          <a:ln/>
        </p:spPr>
        <p:txBody>
          <a:bodyPr wrap="square" lIns="0" tIns="0" rIns="0" bIns="0" rtlCol="0" anchor="ctr"/>
          <a:lstStyle/>
          <a:p>
            <a:pPr indent="0" marL="0">
              <a:buNone/>
            </a:pPr>
            <a:r>
              <a:rPr lang="en-US" sz="1800" dirty="0">
                <a:solidFill>
                  <a:srgbClr val="FFFFFF"/>
                </a:solidFill>
                <a:latin typeface="Segoe UI Semibold" pitchFamily="34" charset="0"/>
                <a:ea typeface="Segoe UI Semibold" pitchFamily="34" charset="-122"/>
                <a:cs typeface="Segoe UI Semibold" pitchFamily="34" charset="-120"/>
              </a:rPr>
              <a:t>Pesan dan Pesan Grup</a:t>
            </a:r>
            <a:endParaRPr lang="en-US" sz="1800" dirty="0"/>
          </a:p>
        </p:txBody>
      </p:sp>
      <p:sp>
        <p:nvSpPr>
          <p:cNvPr id="34" name="teks-fitur-81"/>
          <p:cNvSpPr txBox="1"/>
          <p:nvPr/>
        </p:nvSpPr>
        <p:spPr>
          <a:xfrm>
            <a:off x="8412480" y="5248656"/>
            <a:ext cx="2953512" cy="731520"/>
          </a:xfrm>
          <a:prstGeom prst="rect">
            <a:avLst/>
          </a:prstGeom>
          <a:noFill/>
          <a:ln/>
        </p:spPr>
        <p:txBody>
          <a:bodyPr wrap="square" lIns="0" tIns="0" rIns="0" bIns="0" rtlCol="0" anchor="t"/>
          <a:lstStyle/>
          <a:p>
            <a:pPr indent="0" marL="0">
              <a:buNone/>
            </a:pPr>
            <a:r>
              <a:rPr lang="en-US" sz="1400" dirty="0">
                <a:solidFill>
                  <a:srgbClr val="E8F0E6"/>
                </a:solidFill>
                <a:latin typeface="Segoe UI" pitchFamily="34" charset="0"/>
                <a:ea typeface="Segoe UI" pitchFamily="34" charset="-122"/>
                <a:cs typeface="Segoe UI" pitchFamily="34" charset="-120"/>
              </a:rPr>
              <a:t>Berkirim teks dan gambar dengan sesama anggota, pribadi maupun berkelompok.</a:t>
            </a:r>
            <a:endParaRPr lang="en-US" sz="14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A4B17"/>
                </a:solidFill>
                <a:latin typeface="Segoe UI Semibold"/>
                <a:ea typeface="Segoe UI Semibold"/>
                <a:cs typeface="Segoe UI Semibold"/>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kicker-82"/>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200" spc="150" kern="0" dirty="0">
                <a:solidFill>
                  <a:srgbClr val="2D7A28"/>
                </a:solidFill>
                <a:latin typeface="Segoe UI Semibold" pitchFamily="34" charset="0"/>
                <a:ea typeface="Segoe UI Semibold" pitchFamily="34" charset="-122"/>
                <a:cs typeface="Segoe UI Semibold" pitchFamily="34" charset="-120"/>
              </a:rPr>
              <a:t>LANGKAH PERTAMA</a:t>
            </a:r>
            <a:endParaRPr lang="en-US" sz="1200" dirty="0"/>
          </a:p>
        </p:txBody>
      </p:sp>
      <p:sp>
        <p:nvSpPr>
          <p:cNvPr id="4" name="Text 0"/>
          <p:cNvSpPr/>
          <p:nvPr>
            <p:ph idx="100" type="title" hasCustomPrompt="1"/>
          </p:nvPr>
        </p:nvSpPr>
        <p:spPr>
          <a:xfrm>
            <a:off x="548640" y="640080"/>
            <a:ext cx="5486400" cy="1051560"/>
          </a:xfrm>
          <a:prstGeom prst="rect">
            <a:avLst/>
          </a:prstGeom>
          <a:noFill/>
          <a:ln/>
        </p:spPr>
        <p:txBody>
          <a:bodyPr wrap="square" lIns="0" tIns="0" rIns="0" bIns="0" rtlCol="0" anchor="t"/>
          <a:lstStyle/>
          <a:p>
            <a:pPr algn="l" indent="0" marL="0">
              <a:buNone/>
            </a:pPr>
            <a:r>
              <a:rPr lang="en-US" sz="2800" dirty="0">
                <a:solidFill>
                  <a:srgbClr val="143A12"/>
                </a:solidFill>
                <a:latin typeface="Segoe UI Semibold" pitchFamily="34" charset="0"/>
                <a:ea typeface="Segoe UI Semibold" pitchFamily="34" charset="-122"/>
                <a:cs typeface="Segoe UI Semibold" pitchFamily="34" charset="-120"/>
              </a:rPr>
              <a:t>Daftar dari ponsel, verifikasi lewat email</a:t>
            </a:r>
            <a:endParaRPr lang="en-US" sz="2800" dirty="0"/>
          </a:p>
        </p:txBody>
      </p:sp>
      <p:sp>
        <p:nvSpPr>
          <p:cNvPr id="5" name="teks"/>
          <p:cNvSpPr txBox="1"/>
          <p:nvPr/>
        </p:nvSpPr>
        <p:spPr>
          <a:xfrm>
            <a:off x="548640" y="1828800"/>
            <a:ext cx="5486400" cy="1025271"/>
          </a:xfrm>
          <a:prstGeom prst="rect">
            <a:avLst/>
          </a:prstGeom>
          <a:noFill/>
          <a:ln/>
        </p:spPr>
        <p:txBody>
          <a:bodyPr wrap="square" lIns="0" tIns="0" rIns="0" bIns="0" rtlCol="0" anchor="t"/>
          <a:lstStyle/>
          <a:p>
            <a:pPr indent="0" marL="0">
              <a:lnSpc>
                <a:spcPct val="110000"/>
              </a:lnSpc>
              <a:buNone/>
            </a:pPr>
            <a:r>
              <a:rPr lang="en-US" sz="1700" dirty="0">
                <a:solidFill>
                  <a:srgbClr val="2E352D"/>
                </a:solidFill>
                <a:latin typeface="Segoe UI" pitchFamily="34" charset="0"/>
                <a:ea typeface="Segoe UI" pitchFamily="34" charset="-122"/>
                <a:cs typeface="Segoe UI" pitchFamily="34" charset="-120"/>
              </a:rPr>
              <a:t>Isi data diri, angkatan, serta kelas masuk dan kelas keluar. Tahun masuk, keluar, dan lulus dihitung otomatis. Setelah itu, masukkan kode 6 digit yang dikirim ke email Anda.</a:t>
            </a:r>
            <a:endParaRPr lang="en-US" sz="1700" dirty="0"/>
          </a:p>
        </p:txBody>
      </p:sp>
      <p:pic>
        <p:nvPicPr>
          <p:cNvPr id="6" name="ikon-butir-83" descr="Penanda butir">    </p:cNvPr>
          <p:cNvPicPr>
            <a:picLocks noChangeAspect="1"/>
          </p:cNvPicPr>
          <p:nvPr/>
        </p:nvPicPr>
        <p:blipFill>
          <a:blip r:embed="rId1"/>
          <a:stretch>
            <a:fillRect/>
          </a:stretch>
        </p:blipFill>
        <p:spPr>
          <a:xfrm>
            <a:off x="548640" y="3137535"/>
            <a:ext cx="237744" cy="237744"/>
          </a:xfrm>
          <a:prstGeom prst="rect">
            <a:avLst/>
          </a:prstGeom>
        </p:spPr>
      </p:pic>
      <p:sp>
        <p:nvSpPr>
          <p:cNvPr id="7" name="butir-84"/>
          <p:cNvSpPr txBox="1"/>
          <p:nvPr/>
        </p:nvSpPr>
        <p:spPr>
          <a:xfrm>
            <a:off x="932688" y="3100959"/>
            <a:ext cx="5102352" cy="581152"/>
          </a:xfrm>
          <a:prstGeom prst="rect">
            <a:avLst/>
          </a:prstGeom>
          <a:noFill/>
          <a:ln/>
        </p:spPr>
        <p:txBody>
          <a:bodyPr wrap="square" lIns="0" tIns="0" rIns="0" bIns="0" rtlCol="0" anchor="t"/>
          <a:lstStyle/>
          <a:p>
            <a:pPr indent="0" marL="0">
              <a:buNone/>
            </a:pPr>
            <a:r>
              <a:rPr lang="en-US" sz="1600" dirty="0">
                <a:solidFill>
                  <a:srgbClr val="1C1B1F"/>
                </a:solidFill>
                <a:latin typeface="Segoe UI" pitchFamily="34" charset="0"/>
                <a:ea typeface="Segoe UI" pitchFamily="34" charset="-122"/>
                <a:cs typeface="Segoe UI" pitchFamily="34" charset="-120"/>
              </a:rPr>
              <a:t>Tidak meminta NIK, nomor KTP, tanggal lahir, atau alamat rumah</a:t>
            </a:r>
            <a:endParaRPr lang="en-US" sz="1600" dirty="0"/>
          </a:p>
        </p:txBody>
      </p:sp>
      <p:pic>
        <p:nvPicPr>
          <p:cNvPr id="8" name="ikon-butir-85" descr="Penanda butir">    </p:cNvPr>
          <p:cNvPicPr>
            <a:picLocks noChangeAspect="1"/>
          </p:cNvPicPr>
          <p:nvPr/>
        </p:nvPicPr>
        <p:blipFill>
          <a:blip r:embed="rId2"/>
          <a:stretch>
            <a:fillRect/>
          </a:stretch>
        </p:blipFill>
        <p:spPr>
          <a:xfrm>
            <a:off x="548640" y="3864991"/>
            <a:ext cx="237744" cy="237744"/>
          </a:xfrm>
          <a:prstGeom prst="rect">
            <a:avLst/>
          </a:prstGeom>
        </p:spPr>
      </p:pic>
      <p:sp>
        <p:nvSpPr>
          <p:cNvPr id="9" name="butir-86"/>
          <p:cNvSpPr txBox="1"/>
          <p:nvPr/>
        </p:nvSpPr>
        <p:spPr>
          <a:xfrm>
            <a:off x="932688" y="3828415"/>
            <a:ext cx="5102352" cy="308864"/>
          </a:xfrm>
          <a:prstGeom prst="rect">
            <a:avLst/>
          </a:prstGeom>
          <a:noFill/>
          <a:ln/>
        </p:spPr>
        <p:txBody>
          <a:bodyPr wrap="square" lIns="0" tIns="0" rIns="0" bIns="0" rtlCol="0" anchor="t"/>
          <a:lstStyle/>
          <a:p>
            <a:pPr indent="0" marL="0">
              <a:buNone/>
            </a:pPr>
            <a:r>
              <a:rPr lang="en-US" sz="1600" dirty="0">
                <a:solidFill>
                  <a:srgbClr val="1C1B1F"/>
                </a:solidFill>
                <a:latin typeface="Segoe UI" pitchFamily="34" charset="0"/>
                <a:ea typeface="Segoe UI" pitchFamily="34" charset="-122"/>
                <a:cs typeface="Segoe UI" pitchFamily="34" charset="-120"/>
              </a:rPr>
              <a:t>Kode verifikasi berlaku 10 menit</a:t>
            </a:r>
            <a:endParaRPr lang="en-US" sz="1600" dirty="0"/>
          </a:p>
        </p:txBody>
      </p:sp>
      <p:pic>
        <p:nvPicPr>
          <p:cNvPr id="10" name="ikon-butir-87" descr="Penanda butir">    </p:cNvPr>
          <p:cNvPicPr>
            <a:picLocks noChangeAspect="1"/>
          </p:cNvPicPr>
          <p:nvPr/>
        </p:nvPicPr>
        <p:blipFill>
          <a:blip r:embed="rId3"/>
          <a:stretch>
            <a:fillRect/>
          </a:stretch>
        </p:blipFill>
        <p:spPr>
          <a:xfrm>
            <a:off x="548640" y="4320159"/>
            <a:ext cx="237744" cy="237744"/>
          </a:xfrm>
          <a:prstGeom prst="rect">
            <a:avLst/>
          </a:prstGeom>
        </p:spPr>
      </p:pic>
      <p:sp>
        <p:nvSpPr>
          <p:cNvPr id="11" name="butir-88"/>
          <p:cNvSpPr txBox="1"/>
          <p:nvPr/>
        </p:nvSpPr>
        <p:spPr>
          <a:xfrm>
            <a:off x="932688" y="4283583"/>
            <a:ext cx="5102352" cy="308864"/>
          </a:xfrm>
          <a:prstGeom prst="rect">
            <a:avLst/>
          </a:prstGeom>
          <a:noFill/>
          <a:ln/>
        </p:spPr>
        <p:txBody>
          <a:bodyPr wrap="square" lIns="0" tIns="0" rIns="0" bIns="0" rtlCol="0" anchor="t"/>
          <a:lstStyle/>
          <a:p>
            <a:pPr indent="0" marL="0">
              <a:buNone/>
            </a:pPr>
            <a:r>
              <a:rPr lang="en-US" sz="1600" dirty="0">
                <a:solidFill>
                  <a:srgbClr val="1C1B1F"/>
                </a:solidFill>
                <a:latin typeface="Segoe UI" pitchFamily="34" charset="0"/>
                <a:ea typeface="Segoe UI" pitchFamily="34" charset="-122"/>
                <a:cs typeface="Segoe UI" pitchFamily="34" charset="-120"/>
              </a:rPr>
              <a:t>Setiap alumni, termasuk anggota lama, mendaftar sendiri</a:t>
            </a:r>
            <a:endParaRPr lang="en-US" sz="1600" dirty="0"/>
          </a:p>
        </p:txBody>
      </p:sp>
      <p:sp>
        <p:nvSpPr>
          <p:cNvPr id="12" name="panel"/>
          <p:cNvSpPr/>
          <p:nvPr/>
        </p:nvSpPr>
        <p:spPr>
          <a:xfrm>
            <a:off x="6400800" y="457200"/>
            <a:ext cx="5257800" cy="5760720"/>
          </a:xfrm>
          <a:prstGeom prst="roundRect">
            <a:avLst>
              <a:gd name="adj" fmla="val 5217"/>
            </a:avLst>
          </a:prstGeom>
          <a:solidFill>
            <a:srgbClr val="1A4B17"/>
          </a:solidFill>
          <a:ln/>
        </p:spPr>
      </p:sp>
      <p:pic>
        <p:nvPicPr>
          <p:cNvPr id="13" name="ponsel-89" descr="Tangkapan layar aplikasi KAPDH Apps">    </p:cNvPr>
          <p:cNvPicPr>
            <a:picLocks noChangeAspect="1"/>
          </p:cNvPicPr>
          <p:nvPr/>
        </p:nvPicPr>
        <p:blipFill>
          <a:blip r:embed="rId4"/>
          <a:stretch>
            <a:fillRect/>
          </a:stretch>
        </p:blipFill>
        <p:spPr>
          <a:xfrm>
            <a:off x="6537960" y="1097280"/>
            <a:ext cx="2252908" cy="4480560"/>
          </a:xfrm>
          <a:prstGeom prst="rect">
            <a:avLst/>
          </a:prstGeom>
        </p:spPr>
      </p:pic>
      <p:pic>
        <p:nvPicPr>
          <p:cNvPr id="14" name="ponsel-90" descr="Tangkapan layar aplikasi KAPDH Apps">    </p:cNvPr>
          <p:cNvPicPr>
            <a:picLocks noChangeAspect="1"/>
          </p:cNvPicPr>
          <p:nvPr/>
        </p:nvPicPr>
        <p:blipFill>
          <a:blip r:embed="rId5"/>
          <a:stretch>
            <a:fillRect/>
          </a:stretch>
        </p:blipFill>
        <p:spPr>
          <a:xfrm>
            <a:off x="9268532" y="1097280"/>
            <a:ext cx="2252908" cy="4480560"/>
          </a:xfrm>
          <a:prstGeom prst="rect">
            <a:avLst/>
          </a:prstGeom>
        </p:spPr>
      </p:pic>
      <p:pic>
        <p:nvPicPr>
          <p:cNvPr id="15" name="ponsel-91" descr="Tangkapan layar aplikasi KAPDH Apps">    </p:cNvPr>
          <p:cNvPicPr>
            <a:picLocks noChangeAspect="1"/>
          </p:cNvPicPr>
          <p:nvPr/>
        </p:nvPicPr>
        <p:blipFill>
          <a:blip r:embed="rId6"/>
          <a:stretch>
            <a:fillRect/>
          </a:stretch>
        </p:blipFill>
        <p:spPr>
          <a:xfrm>
            <a:off x="7684852" y="640080"/>
            <a:ext cx="2689697" cy="5349240"/>
          </a:xfrm>
          <a:prstGeom prst="rect">
            <a:avLst/>
          </a:prstGeom>
        </p:spPr>
      </p:pic>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A4B17"/>
                </a:solidFill>
                <a:latin typeface="Segoe UI Semibold"/>
                <a:ea typeface="Segoe UI Semibold"/>
                <a:cs typeface="Segoe UI Semibold"/>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kicker-92"/>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200" spc="150" kern="0" dirty="0">
                <a:solidFill>
                  <a:srgbClr val="2D7A28"/>
                </a:solidFill>
                <a:latin typeface="Segoe UI Semibold" pitchFamily="34" charset="0"/>
                <a:ea typeface="Segoe UI Semibold" pitchFamily="34" charset="-122"/>
                <a:cs typeface="Segoe UI Semibold" pitchFamily="34" charset="-120"/>
              </a:rPr>
              <a:t>IURAN KEANGGOTAAN</a:t>
            </a:r>
            <a:endParaRPr lang="en-US" sz="1200" dirty="0"/>
          </a:p>
        </p:txBody>
      </p:sp>
      <p:sp>
        <p:nvSpPr>
          <p:cNvPr id="4" name="Text 0"/>
          <p:cNvSpPr/>
          <p:nvPr>
            <p:ph idx="100" type="title" hasCustomPrompt="1"/>
          </p:nvPr>
        </p:nvSpPr>
        <p:spPr>
          <a:xfrm>
            <a:off x="548640" y="640080"/>
            <a:ext cx="5486400" cy="1051560"/>
          </a:xfrm>
          <a:prstGeom prst="rect">
            <a:avLst/>
          </a:prstGeom>
          <a:noFill/>
          <a:ln/>
        </p:spPr>
        <p:txBody>
          <a:bodyPr wrap="square" lIns="0" tIns="0" rIns="0" bIns="0" rtlCol="0" anchor="t"/>
          <a:lstStyle/>
          <a:p>
            <a:pPr algn="l" indent="0" marL="0">
              <a:buNone/>
            </a:pPr>
            <a:r>
              <a:rPr lang="en-US" sz="2800" dirty="0">
                <a:solidFill>
                  <a:srgbClr val="143A12"/>
                </a:solidFill>
                <a:latin typeface="Segoe UI Semibold" pitchFamily="34" charset="0"/>
                <a:ea typeface="Segoe UI Semibold" pitchFamily="34" charset="-122"/>
                <a:cs typeface="Segoe UI Semibold" pitchFamily="34" charset="-120"/>
              </a:rPr>
              <a:t>Bayar iuran, unggah bukti, pengurus memverifikasi</a:t>
            </a:r>
            <a:endParaRPr lang="en-US" sz="2800" dirty="0"/>
          </a:p>
        </p:txBody>
      </p:sp>
      <p:sp>
        <p:nvSpPr>
          <p:cNvPr id="5" name="teks"/>
          <p:cNvSpPr txBox="1"/>
          <p:nvPr/>
        </p:nvSpPr>
        <p:spPr>
          <a:xfrm>
            <a:off x="548640" y="1828800"/>
            <a:ext cx="5486400" cy="1342644"/>
          </a:xfrm>
          <a:prstGeom prst="rect">
            <a:avLst/>
          </a:prstGeom>
          <a:noFill/>
          <a:ln/>
        </p:spPr>
        <p:txBody>
          <a:bodyPr wrap="square" lIns="0" tIns="0" rIns="0" bIns="0" rtlCol="0" anchor="t"/>
          <a:lstStyle/>
          <a:p>
            <a:pPr indent="0" marL="0">
              <a:lnSpc>
                <a:spcPct val="110000"/>
              </a:lnSpc>
              <a:buNone/>
            </a:pPr>
            <a:r>
              <a:rPr lang="en-US" sz="1700" dirty="0">
                <a:solidFill>
                  <a:srgbClr val="2E352D"/>
                </a:solidFill>
                <a:latin typeface="Segoe UI" pitchFamily="34" charset="0"/>
                <a:ea typeface="Segoe UI" pitchFamily="34" charset="-122"/>
                <a:cs typeface="Segoe UI" pitchFamily="34" charset="-120"/>
              </a:rPr>
              <a:t>Pembayaran dilakukan di luar aplikasi ke rekening, dompet digital, atau QRIS resmi KAPDH yang tampil di aplikasi. Setelah bukti dikirim, statusnya menjadi Menunggu Verifikasi.</a:t>
            </a:r>
            <a:endParaRPr lang="en-US" sz="1700" dirty="0"/>
          </a:p>
        </p:txBody>
      </p:sp>
      <p:pic>
        <p:nvPicPr>
          <p:cNvPr id="6" name="ikon-butir-93" descr="Penanda butir">    </p:cNvPr>
          <p:cNvPicPr>
            <a:picLocks noChangeAspect="1"/>
          </p:cNvPicPr>
          <p:nvPr/>
        </p:nvPicPr>
        <p:blipFill>
          <a:blip r:embed="rId1"/>
          <a:stretch>
            <a:fillRect/>
          </a:stretch>
        </p:blipFill>
        <p:spPr>
          <a:xfrm>
            <a:off x="548640" y="3454908"/>
            <a:ext cx="237744" cy="237744"/>
          </a:xfrm>
          <a:prstGeom prst="rect">
            <a:avLst/>
          </a:prstGeom>
        </p:spPr>
      </p:pic>
      <p:sp>
        <p:nvSpPr>
          <p:cNvPr id="7" name="butir-94"/>
          <p:cNvSpPr txBox="1"/>
          <p:nvPr/>
        </p:nvSpPr>
        <p:spPr>
          <a:xfrm>
            <a:off x="932688" y="3418332"/>
            <a:ext cx="5102352" cy="581152"/>
          </a:xfrm>
          <a:prstGeom prst="rect">
            <a:avLst/>
          </a:prstGeom>
          <a:noFill/>
          <a:ln/>
        </p:spPr>
        <p:txBody>
          <a:bodyPr wrap="square" lIns="0" tIns="0" rIns="0" bIns="0" rtlCol="0" anchor="t"/>
          <a:lstStyle/>
          <a:p>
            <a:pPr indent="0" marL="0">
              <a:buNone/>
            </a:pPr>
            <a:r>
              <a:rPr lang="en-US" sz="1600" dirty="0">
                <a:solidFill>
                  <a:srgbClr val="1C1B1F"/>
                </a:solidFill>
                <a:latin typeface="Segoe UI" pitchFamily="34" charset="0"/>
                <a:ea typeface="Segoe UI" pitchFamily="34" charset="-122"/>
                <a:cs typeface="Segoe UI" pitchFamily="34" charset="-120"/>
              </a:rPr>
              <a:t>Nominal iuran ditetapkan pengurus dan selalu tampil sebelum membayar</a:t>
            </a:r>
            <a:endParaRPr lang="en-US" sz="1600" dirty="0"/>
          </a:p>
        </p:txBody>
      </p:sp>
      <p:pic>
        <p:nvPicPr>
          <p:cNvPr id="8" name="ikon-butir-95" descr="Penanda butir">    </p:cNvPr>
          <p:cNvPicPr>
            <a:picLocks noChangeAspect="1"/>
          </p:cNvPicPr>
          <p:nvPr/>
        </p:nvPicPr>
        <p:blipFill>
          <a:blip r:embed="rId2"/>
          <a:stretch>
            <a:fillRect/>
          </a:stretch>
        </p:blipFill>
        <p:spPr>
          <a:xfrm>
            <a:off x="548640" y="4182364"/>
            <a:ext cx="237744" cy="237744"/>
          </a:xfrm>
          <a:prstGeom prst="rect">
            <a:avLst/>
          </a:prstGeom>
        </p:spPr>
      </p:pic>
      <p:sp>
        <p:nvSpPr>
          <p:cNvPr id="9" name="butir-96"/>
          <p:cNvSpPr txBox="1"/>
          <p:nvPr/>
        </p:nvSpPr>
        <p:spPr>
          <a:xfrm>
            <a:off x="932688" y="4145788"/>
            <a:ext cx="5102352" cy="581152"/>
          </a:xfrm>
          <a:prstGeom prst="rect">
            <a:avLst/>
          </a:prstGeom>
          <a:noFill/>
          <a:ln/>
        </p:spPr>
        <p:txBody>
          <a:bodyPr wrap="square" lIns="0" tIns="0" rIns="0" bIns="0" rtlCol="0" anchor="t"/>
          <a:lstStyle/>
          <a:p>
            <a:pPr indent="0" marL="0">
              <a:buNone/>
            </a:pPr>
            <a:r>
              <a:rPr lang="en-US" sz="1600" dirty="0">
                <a:solidFill>
                  <a:srgbClr val="1C1B1F"/>
                </a:solidFill>
                <a:latin typeface="Segoe UI" pitchFamily="34" charset="0"/>
                <a:ea typeface="Segoe UI" pitchFamily="34" charset="-122"/>
                <a:cs typeface="Segoe UI" pitchFamily="34" charset="-120"/>
              </a:rPr>
              <a:t>Pengurus mencocokkan bukti dengan dana yang benar‑benar masuk</a:t>
            </a:r>
            <a:endParaRPr lang="en-US" sz="1600" dirty="0"/>
          </a:p>
        </p:txBody>
      </p:sp>
      <p:pic>
        <p:nvPicPr>
          <p:cNvPr id="10" name="ikon-butir-97" descr="Penanda butir">    </p:cNvPr>
          <p:cNvPicPr>
            <a:picLocks noChangeAspect="1"/>
          </p:cNvPicPr>
          <p:nvPr/>
        </p:nvPicPr>
        <p:blipFill>
          <a:blip r:embed="rId3"/>
          <a:stretch>
            <a:fillRect/>
          </a:stretch>
        </p:blipFill>
        <p:spPr>
          <a:xfrm>
            <a:off x="548640" y="4909820"/>
            <a:ext cx="237744" cy="237744"/>
          </a:xfrm>
          <a:prstGeom prst="rect">
            <a:avLst/>
          </a:prstGeom>
        </p:spPr>
      </p:pic>
      <p:sp>
        <p:nvSpPr>
          <p:cNvPr id="11" name="butir-98"/>
          <p:cNvSpPr txBox="1"/>
          <p:nvPr/>
        </p:nvSpPr>
        <p:spPr>
          <a:xfrm>
            <a:off x="932688" y="4873244"/>
            <a:ext cx="5102352" cy="581152"/>
          </a:xfrm>
          <a:prstGeom prst="rect">
            <a:avLst/>
          </a:prstGeom>
          <a:noFill/>
          <a:ln/>
        </p:spPr>
        <p:txBody>
          <a:bodyPr wrap="square" lIns="0" tIns="0" rIns="0" bIns="0" rtlCol="0" anchor="t"/>
          <a:lstStyle/>
          <a:p>
            <a:pPr indent="0" marL="0">
              <a:buNone/>
            </a:pPr>
            <a:r>
              <a:rPr lang="en-US" sz="1600" dirty="0">
                <a:solidFill>
                  <a:srgbClr val="1C1B1F"/>
                </a:solidFill>
                <a:latin typeface="Segoe UI" pitchFamily="34" charset="0"/>
                <a:ea typeface="Segoe UI" pitchFamily="34" charset="-122"/>
                <a:cs typeface="Segoe UI" pitchFamily="34" charset="-120"/>
              </a:rPr>
              <a:t>Aplikasi tidak memproses kartu dan tidak menarik dana dari rekening</a:t>
            </a:r>
            <a:endParaRPr lang="en-US" sz="1600" dirty="0"/>
          </a:p>
        </p:txBody>
      </p:sp>
      <p:pic>
        <p:nvPicPr>
          <p:cNvPr id="12" name="ikon-butir-99" descr="Penanda butir">    </p:cNvPr>
          <p:cNvPicPr>
            <a:picLocks noChangeAspect="1"/>
          </p:cNvPicPr>
          <p:nvPr/>
        </p:nvPicPr>
        <p:blipFill>
          <a:blip r:embed="rId4"/>
          <a:stretch>
            <a:fillRect/>
          </a:stretch>
        </p:blipFill>
        <p:spPr>
          <a:xfrm>
            <a:off x="548640" y="5637276"/>
            <a:ext cx="237744" cy="237744"/>
          </a:xfrm>
          <a:prstGeom prst="rect">
            <a:avLst/>
          </a:prstGeom>
        </p:spPr>
      </p:pic>
      <p:sp>
        <p:nvSpPr>
          <p:cNvPr id="13" name="butir-100"/>
          <p:cNvSpPr txBox="1"/>
          <p:nvPr/>
        </p:nvSpPr>
        <p:spPr>
          <a:xfrm>
            <a:off x="932688" y="5600700"/>
            <a:ext cx="5102352" cy="581152"/>
          </a:xfrm>
          <a:prstGeom prst="rect">
            <a:avLst/>
          </a:prstGeom>
          <a:noFill/>
          <a:ln/>
        </p:spPr>
        <p:txBody>
          <a:bodyPr wrap="square" lIns="0" tIns="0" rIns="0" bIns="0" rtlCol="0" anchor="t"/>
          <a:lstStyle/>
          <a:p>
            <a:pPr indent="0" marL="0">
              <a:buNone/>
            </a:pPr>
            <a:r>
              <a:rPr lang="en-US" sz="1600" dirty="0">
                <a:solidFill>
                  <a:srgbClr val="1C1B1F"/>
                </a:solidFill>
                <a:latin typeface="Segoe UI" pitchFamily="34" charset="0"/>
                <a:ea typeface="Segoe UI" pitchFamily="34" charset="-122"/>
                <a:cs typeface="Segoe UI" pitchFamily="34" charset="-120"/>
              </a:rPr>
              <a:t>Bukti ditolak? Unggah ulang bukti, tanpa perlu transfer ulang</a:t>
            </a:r>
            <a:endParaRPr lang="en-US" sz="1600" dirty="0"/>
          </a:p>
        </p:txBody>
      </p:sp>
      <p:sp>
        <p:nvSpPr>
          <p:cNvPr id="14" name="panel"/>
          <p:cNvSpPr/>
          <p:nvPr/>
        </p:nvSpPr>
        <p:spPr>
          <a:xfrm>
            <a:off x="6400800" y="457200"/>
            <a:ext cx="5257800" cy="5760720"/>
          </a:xfrm>
          <a:prstGeom prst="roundRect">
            <a:avLst>
              <a:gd name="adj" fmla="val 5217"/>
            </a:avLst>
          </a:prstGeom>
          <a:solidFill>
            <a:srgbClr val="1A4B17"/>
          </a:solidFill>
          <a:ln/>
        </p:spPr>
      </p:sp>
      <p:pic>
        <p:nvPicPr>
          <p:cNvPr id="15" name="ponsel-101" descr="Tangkapan layar aplikasi KAPDH Apps">    </p:cNvPr>
          <p:cNvPicPr>
            <a:picLocks noChangeAspect="1"/>
          </p:cNvPicPr>
          <p:nvPr/>
        </p:nvPicPr>
        <p:blipFill>
          <a:blip r:embed="rId5"/>
          <a:stretch>
            <a:fillRect/>
          </a:stretch>
        </p:blipFill>
        <p:spPr>
          <a:xfrm>
            <a:off x="6720840" y="914400"/>
            <a:ext cx="2551764" cy="5074920"/>
          </a:xfrm>
          <a:prstGeom prst="rect">
            <a:avLst/>
          </a:prstGeom>
        </p:spPr>
      </p:pic>
      <p:pic>
        <p:nvPicPr>
          <p:cNvPr id="16" name="ponsel-102" descr="Tangkapan layar aplikasi KAPDH Apps">    </p:cNvPr>
          <p:cNvPicPr>
            <a:picLocks noChangeAspect="1"/>
          </p:cNvPicPr>
          <p:nvPr/>
        </p:nvPicPr>
        <p:blipFill>
          <a:blip r:embed="rId6"/>
          <a:stretch>
            <a:fillRect/>
          </a:stretch>
        </p:blipFill>
        <p:spPr>
          <a:xfrm>
            <a:off x="8786796" y="594360"/>
            <a:ext cx="2551764" cy="5074920"/>
          </a:xfrm>
          <a:prstGeom prst="rect">
            <a:avLst/>
          </a:prstGeom>
        </p:spPr>
      </p:pic>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A4B17"/>
                </a:solidFill>
                <a:latin typeface="Segoe UI Semibold"/>
                <a:ea typeface="Segoe UI Semibold"/>
                <a:cs typeface="Segoe UI Semibold"/>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kicker-103"/>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200" spc="150" kern="0" dirty="0">
                <a:solidFill>
                  <a:srgbClr val="2D7A28"/>
                </a:solidFill>
                <a:latin typeface="Segoe UI Semibold" pitchFamily="34" charset="0"/>
                <a:ea typeface="Segoe UI Semibold" pitchFamily="34" charset="-122"/>
                <a:cs typeface="Segoe UI Semibold" pitchFamily="34" charset="-120"/>
              </a:rPr>
              <a:t>KTA DIGITAL</a:t>
            </a:r>
            <a:endParaRPr lang="en-US" sz="1200" dirty="0"/>
          </a:p>
        </p:txBody>
      </p:sp>
      <p:sp>
        <p:nvSpPr>
          <p:cNvPr id="4" name="Text 0"/>
          <p:cNvSpPr/>
          <p:nvPr>
            <p:ph idx="100" type="title" hasCustomPrompt="1"/>
          </p:nvPr>
        </p:nvSpPr>
        <p:spPr>
          <a:xfrm>
            <a:off x="548640" y="640080"/>
            <a:ext cx="5486400" cy="1051560"/>
          </a:xfrm>
          <a:prstGeom prst="rect">
            <a:avLst/>
          </a:prstGeom>
          <a:noFill/>
          <a:ln/>
        </p:spPr>
        <p:txBody>
          <a:bodyPr wrap="square" lIns="0" tIns="0" rIns="0" bIns="0" rtlCol="0" anchor="t"/>
          <a:lstStyle/>
          <a:p>
            <a:pPr algn="l" indent="0" marL="0">
              <a:buNone/>
            </a:pPr>
            <a:r>
              <a:rPr lang="en-US" sz="2800" dirty="0">
                <a:solidFill>
                  <a:srgbClr val="143A12"/>
                </a:solidFill>
                <a:latin typeface="Segoe UI Semibold" pitchFamily="34" charset="0"/>
                <a:ea typeface="Segoe UI Semibold" pitchFamily="34" charset="-122"/>
                <a:cs typeface="Segoe UI Semibold" pitchFamily="34" charset="-120"/>
              </a:rPr>
              <a:t>Kartu anggota di genggaman, berlaku 12 bulan</a:t>
            </a:r>
            <a:endParaRPr lang="en-US" sz="2800" dirty="0"/>
          </a:p>
        </p:txBody>
      </p:sp>
      <p:sp>
        <p:nvSpPr>
          <p:cNvPr id="5" name="teks"/>
          <p:cNvSpPr txBox="1"/>
          <p:nvPr/>
        </p:nvSpPr>
        <p:spPr>
          <a:xfrm>
            <a:off x="548640" y="1828800"/>
            <a:ext cx="5486400" cy="1342644"/>
          </a:xfrm>
          <a:prstGeom prst="rect">
            <a:avLst/>
          </a:prstGeom>
          <a:noFill/>
          <a:ln/>
        </p:spPr>
        <p:txBody>
          <a:bodyPr wrap="square" lIns="0" tIns="0" rIns="0" bIns="0" rtlCol="0" anchor="t"/>
          <a:lstStyle/>
          <a:p>
            <a:pPr indent="0" marL="0">
              <a:lnSpc>
                <a:spcPct val="110000"/>
              </a:lnSpc>
              <a:buNone/>
            </a:pPr>
            <a:r>
              <a:rPr lang="en-US" sz="1700" dirty="0">
                <a:solidFill>
                  <a:srgbClr val="2E352D"/>
                </a:solidFill>
                <a:latin typeface="Segoe UI" pitchFamily="34" charset="0"/>
                <a:ea typeface="Segoe UI" pitchFamily="34" charset="-122"/>
                <a:cs typeface="Segoe UI" pitchFamily="34" charset="-120"/>
              </a:rPr>
              <a:t>KTA aktif selama 12 bulan sejak iuran pendaftaran diverifikasi pengurus. Kode QR di kartu dapat dipindai untuk memeriksa keaslian dan status terkini, tanpa menampilkan kontak atau alamat.</a:t>
            </a:r>
            <a:endParaRPr lang="en-US" sz="1700" dirty="0"/>
          </a:p>
        </p:txBody>
      </p:sp>
      <p:pic>
        <p:nvPicPr>
          <p:cNvPr id="6" name="ikon-butir-104" descr="Penanda butir">    </p:cNvPr>
          <p:cNvPicPr>
            <a:picLocks noChangeAspect="1"/>
          </p:cNvPicPr>
          <p:nvPr/>
        </p:nvPicPr>
        <p:blipFill>
          <a:blip r:embed="rId1"/>
          <a:stretch>
            <a:fillRect/>
          </a:stretch>
        </p:blipFill>
        <p:spPr>
          <a:xfrm>
            <a:off x="548640" y="3454908"/>
            <a:ext cx="237744" cy="237744"/>
          </a:xfrm>
          <a:prstGeom prst="rect">
            <a:avLst/>
          </a:prstGeom>
        </p:spPr>
      </p:pic>
      <p:sp>
        <p:nvSpPr>
          <p:cNvPr id="7" name="butir-105"/>
          <p:cNvSpPr txBox="1"/>
          <p:nvPr/>
        </p:nvSpPr>
        <p:spPr>
          <a:xfrm>
            <a:off x="932688" y="3418332"/>
            <a:ext cx="5102352" cy="581152"/>
          </a:xfrm>
          <a:prstGeom prst="rect">
            <a:avLst/>
          </a:prstGeom>
          <a:noFill/>
          <a:ln/>
        </p:spPr>
        <p:txBody>
          <a:bodyPr wrap="square" lIns="0" tIns="0" rIns="0" bIns="0" rtlCol="0" anchor="t"/>
          <a:lstStyle/>
          <a:p>
            <a:pPr indent="0" marL="0">
              <a:buNone/>
            </a:pPr>
            <a:r>
              <a:rPr lang="en-US" sz="1600" dirty="0">
                <a:solidFill>
                  <a:srgbClr val="1C1B1F"/>
                </a:solidFill>
                <a:latin typeface="Segoe UI" pitchFamily="34" charset="0"/>
                <a:ea typeface="Segoe UI" pitchFamily="34" charset="-122"/>
                <a:cs typeface="Segoe UI" pitchFamily="34" charset="-120"/>
              </a:rPr>
              <a:t>Tetap dapat ditunjukkan tanpa internet sampai 7 hari sejak sinkron terakhir</a:t>
            </a:r>
            <a:endParaRPr lang="en-US" sz="1600" dirty="0"/>
          </a:p>
        </p:txBody>
      </p:sp>
      <p:pic>
        <p:nvPicPr>
          <p:cNvPr id="8" name="ikon-butir-106" descr="Penanda butir">    </p:cNvPr>
          <p:cNvPicPr>
            <a:picLocks noChangeAspect="1"/>
          </p:cNvPicPr>
          <p:nvPr/>
        </p:nvPicPr>
        <p:blipFill>
          <a:blip r:embed="rId2"/>
          <a:stretch>
            <a:fillRect/>
          </a:stretch>
        </p:blipFill>
        <p:spPr>
          <a:xfrm>
            <a:off x="548640" y="4182364"/>
            <a:ext cx="237744" cy="237744"/>
          </a:xfrm>
          <a:prstGeom prst="rect">
            <a:avLst/>
          </a:prstGeom>
        </p:spPr>
      </p:pic>
      <p:sp>
        <p:nvSpPr>
          <p:cNvPr id="9" name="butir-107"/>
          <p:cNvSpPr txBox="1"/>
          <p:nvPr/>
        </p:nvSpPr>
        <p:spPr>
          <a:xfrm>
            <a:off x="932688" y="4145788"/>
            <a:ext cx="5102352" cy="581152"/>
          </a:xfrm>
          <a:prstGeom prst="rect">
            <a:avLst/>
          </a:prstGeom>
          <a:noFill/>
          <a:ln/>
        </p:spPr>
        <p:txBody>
          <a:bodyPr wrap="square" lIns="0" tIns="0" rIns="0" bIns="0" rtlCol="0" anchor="t"/>
          <a:lstStyle/>
          <a:p>
            <a:pPr indent="0" marL="0">
              <a:buNone/>
            </a:pPr>
            <a:r>
              <a:rPr lang="en-US" sz="1600" dirty="0">
                <a:solidFill>
                  <a:srgbClr val="1C1B1F"/>
                </a:solidFill>
                <a:latin typeface="Segoe UI" pitchFamily="34" charset="0"/>
                <a:ea typeface="Segoe UI" pitchFamily="34" charset="-122"/>
                <a:cs typeface="Segoe UI" pitchFamily="34" charset="-120"/>
              </a:rPr>
              <a:t>Perpanjangan dibuka mulai 30 hari sebelum masa berlaku berakhir</a:t>
            </a:r>
            <a:endParaRPr lang="en-US" sz="1600" dirty="0"/>
          </a:p>
        </p:txBody>
      </p:sp>
      <p:pic>
        <p:nvPicPr>
          <p:cNvPr id="10" name="ikon-butir-108" descr="Penanda butir">    </p:cNvPr>
          <p:cNvPicPr>
            <a:picLocks noChangeAspect="1"/>
          </p:cNvPicPr>
          <p:nvPr/>
        </p:nvPicPr>
        <p:blipFill>
          <a:blip r:embed="rId3"/>
          <a:stretch>
            <a:fillRect/>
          </a:stretch>
        </p:blipFill>
        <p:spPr>
          <a:xfrm>
            <a:off x="548640" y="4909820"/>
            <a:ext cx="237744" cy="237744"/>
          </a:xfrm>
          <a:prstGeom prst="rect">
            <a:avLst/>
          </a:prstGeom>
        </p:spPr>
      </p:pic>
      <p:sp>
        <p:nvSpPr>
          <p:cNvPr id="11" name="butir-109"/>
          <p:cNvSpPr txBox="1"/>
          <p:nvPr/>
        </p:nvSpPr>
        <p:spPr>
          <a:xfrm>
            <a:off x="932688" y="4873244"/>
            <a:ext cx="5102352" cy="581152"/>
          </a:xfrm>
          <a:prstGeom prst="rect">
            <a:avLst/>
          </a:prstGeom>
          <a:noFill/>
          <a:ln/>
        </p:spPr>
        <p:txBody>
          <a:bodyPr wrap="square" lIns="0" tIns="0" rIns="0" bIns="0" rtlCol="0" anchor="t"/>
          <a:lstStyle/>
          <a:p>
            <a:pPr indent="0" marL="0">
              <a:buNone/>
            </a:pPr>
            <a:r>
              <a:rPr lang="en-US" sz="1600" dirty="0">
                <a:solidFill>
                  <a:srgbClr val="1C1B1F"/>
                </a:solidFill>
                <a:latin typeface="Segoe UI" pitchFamily="34" charset="0"/>
                <a:ea typeface="Segoe UI" pitchFamily="34" charset="-122"/>
                <a:cs typeface="Segoe UI" pitchFamily="34" charset="-120"/>
              </a:rPr>
              <a:t>Sisa masa aktif tidak hilang bila memperpanjang lebih awal</a:t>
            </a:r>
            <a:endParaRPr lang="en-US" sz="1600" dirty="0"/>
          </a:p>
        </p:txBody>
      </p:sp>
      <p:sp>
        <p:nvSpPr>
          <p:cNvPr id="12" name="panel"/>
          <p:cNvSpPr/>
          <p:nvPr/>
        </p:nvSpPr>
        <p:spPr>
          <a:xfrm>
            <a:off x="6400800" y="457200"/>
            <a:ext cx="5257800" cy="5760720"/>
          </a:xfrm>
          <a:prstGeom prst="roundRect">
            <a:avLst>
              <a:gd name="adj" fmla="val 5217"/>
            </a:avLst>
          </a:prstGeom>
          <a:solidFill>
            <a:srgbClr val="1A4B17"/>
          </a:solidFill>
          <a:ln/>
        </p:spPr>
      </p:sp>
      <p:pic>
        <p:nvPicPr>
          <p:cNvPr id="13" name="ponsel-110" descr="Tangkapan layar aplikasi KAPDH Apps">    </p:cNvPr>
          <p:cNvPicPr>
            <a:picLocks noChangeAspect="1"/>
          </p:cNvPicPr>
          <p:nvPr/>
        </p:nvPicPr>
        <p:blipFill>
          <a:blip r:embed="rId4"/>
          <a:stretch>
            <a:fillRect/>
          </a:stretch>
        </p:blipFill>
        <p:spPr>
          <a:xfrm>
            <a:off x="6720840" y="914400"/>
            <a:ext cx="2551764" cy="5074920"/>
          </a:xfrm>
          <a:prstGeom prst="rect">
            <a:avLst/>
          </a:prstGeom>
        </p:spPr>
      </p:pic>
      <p:pic>
        <p:nvPicPr>
          <p:cNvPr id="14" name="ponsel-111" descr="Tangkapan layar aplikasi KAPDH Apps">    </p:cNvPr>
          <p:cNvPicPr>
            <a:picLocks noChangeAspect="1"/>
          </p:cNvPicPr>
          <p:nvPr/>
        </p:nvPicPr>
        <p:blipFill>
          <a:blip r:embed="rId5"/>
          <a:stretch>
            <a:fillRect/>
          </a:stretch>
        </p:blipFill>
        <p:spPr>
          <a:xfrm>
            <a:off x="8786796" y="594360"/>
            <a:ext cx="2551764" cy="5074920"/>
          </a:xfrm>
          <a:prstGeom prst="rect">
            <a:avLst/>
          </a:prstGeom>
        </p:spPr>
      </p:pic>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A4B17"/>
                </a:solidFill>
                <a:latin typeface="Segoe UI Semibold"/>
                <a:ea typeface="Segoe UI Semibold"/>
                <a:cs typeface="Segoe UI Semibold"/>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kicker-112"/>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200" spc="150" kern="0" dirty="0">
                <a:solidFill>
                  <a:srgbClr val="2D7A28"/>
                </a:solidFill>
                <a:latin typeface="Segoe UI Semibold" pitchFamily="34" charset="0"/>
                <a:ea typeface="Segoe UI Semibold" pitchFamily="34" charset="-122"/>
                <a:cs typeface="Segoe UI Semibold" pitchFamily="34" charset="-120"/>
              </a:rPr>
              <a:t>EVENT DAN TIKET</a:t>
            </a:r>
            <a:endParaRPr lang="en-US" sz="1200" dirty="0"/>
          </a:p>
        </p:txBody>
      </p:sp>
      <p:sp>
        <p:nvSpPr>
          <p:cNvPr id="4" name="Text 0"/>
          <p:cNvSpPr/>
          <p:nvPr>
            <p:ph idx="100" type="title" hasCustomPrompt="1"/>
          </p:nvPr>
        </p:nvSpPr>
        <p:spPr>
          <a:xfrm>
            <a:off x="548640" y="640080"/>
            <a:ext cx="5486400" cy="1051560"/>
          </a:xfrm>
          <a:prstGeom prst="rect">
            <a:avLst/>
          </a:prstGeom>
          <a:noFill/>
          <a:ln/>
        </p:spPr>
        <p:txBody>
          <a:bodyPr wrap="square" lIns="0" tIns="0" rIns="0" bIns="0" rtlCol="0" anchor="t"/>
          <a:lstStyle/>
          <a:p>
            <a:pPr algn="l" indent="0" marL="0">
              <a:buNone/>
            </a:pPr>
            <a:r>
              <a:rPr lang="en-US" sz="2800" dirty="0">
                <a:solidFill>
                  <a:srgbClr val="143A12"/>
                </a:solidFill>
                <a:latin typeface="Segoe UI Semibold" pitchFamily="34" charset="0"/>
                <a:ea typeface="Segoe UI Semibold" pitchFamily="34" charset="-122"/>
                <a:cs typeface="Segoe UI Semibold" pitchFamily="34" charset="-120"/>
              </a:rPr>
              <a:t>Daftar kegiatan, tiket langsung di aplikasi</a:t>
            </a:r>
            <a:endParaRPr lang="en-US" sz="2800" dirty="0"/>
          </a:p>
        </p:txBody>
      </p:sp>
      <p:sp>
        <p:nvSpPr>
          <p:cNvPr id="5" name="teks"/>
          <p:cNvSpPr txBox="1"/>
          <p:nvPr/>
        </p:nvSpPr>
        <p:spPr>
          <a:xfrm>
            <a:off x="548640" y="1828800"/>
            <a:ext cx="5486400" cy="1025271"/>
          </a:xfrm>
          <a:prstGeom prst="rect">
            <a:avLst/>
          </a:prstGeom>
          <a:noFill/>
          <a:ln/>
        </p:spPr>
        <p:txBody>
          <a:bodyPr wrap="square" lIns="0" tIns="0" rIns="0" bIns="0" rtlCol="0" anchor="t"/>
          <a:lstStyle/>
          <a:p>
            <a:pPr indent="0" marL="0">
              <a:lnSpc>
                <a:spcPct val="110000"/>
              </a:lnSpc>
              <a:buNone/>
            </a:pPr>
            <a:r>
              <a:rPr lang="en-US" sz="1700" dirty="0">
                <a:solidFill>
                  <a:srgbClr val="2E352D"/>
                </a:solidFill>
                <a:latin typeface="Segoe UI" pitchFamily="34" charset="0"/>
                <a:ea typeface="Segoe UI" pitchFamily="34" charset="-122"/>
                <a:cs typeface="Segoe UI" pitchFamily="34" charset="-120"/>
              </a:rPr>
              <a:t>Tab Event memuat jadwal, lokasi, kuota, dan biaya kegiatan bila ada. Untuk acara tatap muka, tunjukkan kode QR tiket kepada petugas check‑in di lokasi.</a:t>
            </a:r>
            <a:endParaRPr lang="en-US" sz="1700" dirty="0"/>
          </a:p>
        </p:txBody>
      </p:sp>
      <p:pic>
        <p:nvPicPr>
          <p:cNvPr id="6" name="ikon-butir-113" descr="Penanda butir">    </p:cNvPr>
          <p:cNvPicPr>
            <a:picLocks noChangeAspect="1"/>
          </p:cNvPicPr>
          <p:nvPr/>
        </p:nvPicPr>
        <p:blipFill>
          <a:blip r:embed="rId1"/>
          <a:stretch>
            <a:fillRect/>
          </a:stretch>
        </p:blipFill>
        <p:spPr>
          <a:xfrm>
            <a:off x="548640" y="3137535"/>
            <a:ext cx="237744" cy="237744"/>
          </a:xfrm>
          <a:prstGeom prst="rect">
            <a:avLst/>
          </a:prstGeom>
        </p:spPr>
      </p:pic>
      <p:sp>
        <p:nvSpPr>
          <p:cNvPr id="7" name="butir-114"/>
          <p:cNvSpPr txBox="1"/>
          <p:nvPr/>
        </p:nvSpPr>
        <p:spPr>
          <a:xfrm>
            <a:off x="932688" y="3100959"/>
            <a:ext cx="5102352" cy="308864"/>
          </a:xfrm>
          <a:prstGeom prst="rect">
            <a:avLst/>
          </a:prstGeom>
          <a:noFill/>
          <a:ln/>
        </p:spPr>
        <p:txBody>
          <a:bodyPr wrap="square" lIns="0" tIns="0" rIns="0" bIns="0" rtlCol="0" anchor="t"/>
          <a:lstStyle/>
          <a:p>
            <a:pPr indent="0" marL="0">
              <a:buNone/>
            </a:pPr>
            <a:r>
              <a:rPr lang="en-US" sz="1600" dirty="0">
                <a:solidFill>
                  <a:srgbClr val="1C1B1F"/>
                </a:solidFill>
                <a:latin typeface="Segoe UI" pitchFamily="34" charset="0"/>
                <a:ea typeface="Segoe UI" pitchFamily="34" charset="-122"/>
                <a:cs typeface="Segoe UI" pitchFamily="34" charset="-120"/>
              </a:rPr>
              <a:t>Event gratis langsung menerbitkan tiket</a:t>
            </a:r>
            <a:endParaRPr lang="en-US" sz="1600" dirty="0"/>
          </a:p>
        </p:txBody>
      </p:sp>
      <p:pic>
        <p:nvPicPr>
          <p:cNvPr id="8" name="ikon-butir-115" descr="Penanda butir">    </p:cNvPr>
          <p:cNvPicPr>
            <a:picLocks noChangeAspect="1"/>
          </p:cNvPicPr>
          <p:nvPr/>
        </p:nvPicPr>
        <p:blipFill>
          <a:blip r:embed="rId2"/>
          <a:stretch>
            <a:fillRect/>
          </a:stretch>
        </p:blipFill>
        <p:spPr>
          <a:xfrm>
            <a:off x="548640" y="3592703"/>
            <a:ext cx="237744" cy="237744"/>
          </a:xfrm>
          <a:prstGeom prst="rect">
            <a:avLst/>
          </a:prstGeom>
        </p:spPr>
      </p:pic>
      <p:sp>
        <p:nvSpPr>
          <p:cNvPr id="9" name="butir-116"/>
          <p:cNvSpPr txBox="1"/>
          <p:nvPr/>
        </p:nvSpPr>
        <p:spPr>
          <a:xfrm>
            <a:off x="932688" y="3556127"/>
            <a:ext cx="5102352" cy="581152"/>
          </a:xfrm>
          <a:prstGeom prst="rect">
            <a:avLst/>
          </a:prstGeom>
          <a:noFill/>
          <a:ln/>
        </p:spPr>
        <p:txBody>
          <a:bodyPr wrap="square" lIns="0" tIns="0" rIns="0" bIns="0" rtlCol="0" anchor="t"/>
          <a:lstStyle/>
          <a:p>
            <a:pPr indent="0" marL="0">
              <a:buNone/>
            </a:pPr>
            <a:r>
              <a:rPr lang="en-US" sz="1600" dirty="0">
                <a:solidFill>
                  <a:srgbClr val="1C1B1F"/>
                </a:solidFill>
                <a:latin typeface="Segoe UI" pitchFamily="34" charset="0"/>
                <a:ea typeface="Segoe UI" pitchFamily="34" charset="-122"/>
                <a:cs typeface="Segoe UI" pitchFamily="34" charset="-120"/>
              </a:rPr>
              <a:t>Satu tiket berlaku untuk satu orang, yaitu anggota yang mendaftar</a:t>
            </a:r>
            <a:endParaRPr lang="en-US" sz="1600" dirty="0"/>
          </a:p>
        </p:txBody>
      </p:sp>
      <p:pic>
        <p:nvPicPr>
          <p:cNvPr id="10" name="ikon-butir-117" descr="Penanda butir">    </p:cNvPr>
          <p:cNvPicPr>
            <a:picLocks noChangeAspect="1"/>
          </p:cNvPicPr>
          <p:nvPr/>
        </p:nvPicPr>
        <p:blipFill>
          <a:blip r:embed="rId3"/>
          <a:stretch>
            <a:fillRect/>
          </a:stretch>
        </p:blipFill>
        <p:spPr>
          <a:xfrm>
            <a:off x="548640" y="4320159"/>
            <a:ext cx="237744" cy="237744"/>
          </a:xfrm>
          <a:prstGeom prst="rect">
            <a:avLst/>
          </a:prstGeom>
        </p:spPr>
      </p:pic>
      <p:sp>
        <p:nvSpPr>
          <p:cNvPr id="11" name="butir-118"/>
          <p:cNvSpPr txBox="1"/>
          <p:nvPr/>
        </p:nvSpPr>
        <p:spPr>
          <a:xfrm>
            <a:off x="932688" y="4283583"/>
            <a:ext cx="5102352" cy="581152"/>
          </a:xfrm>
          <a:prstGeom prst="rect">
            <a:avLst/>
          </a:prstGeom>
          <a:noFill/>
          <a:ln/>
        </p:spPr>
        <p:txBody>
          <a:bodyPr wrap="square" lIns="0" tIns="0" rIns="0" bIns="0" rtlCol="0" anchor="t"/>
          <a:lstStyle/>
          <a:p>
            <a:pPr indent="0" marL="0">
              <a:buNone/>
            </a:pPr>
            <a:r>
              <a:rPr lang="en-US" sz="1600" dirty="0">
                <a:solidFill>
                  <a:srgbClr val="1C1B1F"/>
                </a:solidFill>
                <a:latin typeface="Segoe UI" pitchFamily="34" charset="0"/>
                <a:ea typeface="Segoe UI" pitchFamily="34" charset="-122"/>
                <a:cs typeface="Segoe UI" pitchFamily="34" charset="-120"/>
              </a:rPr>
              <a:t>Satu QR hanya dapat dipindai satu kali, jadi jangan dibagikan</a:t>
            </a:r>
            <a:endParaRPr lang="en-US" sz="1600" dirty="0"/>
          </a:p>
        </p:txBody>
      </p:sp>
      <p:pic>
        <p:nvPicPr>
          <p:cNvPr id="12" name="ikon-butir-119" descr="Penanda butir">    </p:cNvPr>
          <p:cNvPicPr>
            <a:picLocks noChangeAspect="1"/>
          </p:cNvPicPr>
          <p:nvPr/>
        </p:nvPicPr>
        <p:blipFill>
          <a:blip r:embed="rId4"/>
          <a:stretch>
            <a:fillRect/>
          </a:stretch>
        </p:blipFill>
        <p:spPr>
          <a:xfrm>
            <a:off x="548640" y="5047615"/>
            <a:ext cx="237744" cy="237744"/>
          </a:xfrm>
          <a:prstGeom prst="rect">
            <a:avLst/>
          </a:prstGeom>
        </p:spPr>
      </p:pic>
      <p:sp>
        <p:nvSpPr>
          <p:cNvPr id="13" name="butir-120"/>
          <p:cNvSpPr txBox="1"/>
          <p:nvPr/>
        </p:nvSpPr>
        <p:spPr>
          <a:xfrm>
            <a:off x="932688" y="5011039"/>
            <a:ext cx="5102352" cy="308864"/>
          </a:xfrm>
          <a:prstGeom prst="rect">
            <a:avLst/>
          </a:prstGeom>
          <a:noFill/>
          <a:ln/>
        </p:spPr>
        <p:txBody>
          <a:bodyPr wrap="square" lIns="0" tIns="0" rIns="0" bIns="0" rtlCol="0" anchor="t"/>
          <a:lstStyle/>
          <a:p>
            <a:pPr indent="0" marL="0">
              <a:buNone/>
            </a:pPr>
            <a:r>
              <a:rPr lang="en-US" sz="1600" dirty="0">
                <a:solidFill>
                  <a:srgbClr val="1C1B1F"/>
                </a:solidFill>
                <a:latin typeface="Segoe UI" pitchFamily="34" charset="0"/>
                <a:ea typeface="Segoe UI" pitchFamily="34" charset="-122"/>
                <a:cs typeface="Segoe UI" pitchFamily="34" charset="-120"/>
              </a:rPr>
              <a:t>Semua tiket tersimpan di menu Tiket saya</a:t>
            </a:r>
            <a:endParaRPr lang="en-US" sz="1600" dirty="0"/>
          </a:p>
        </p:txBody>
      </p:sp>
      <p:sp>
        <p:nvSpPr>
          <p:cNvPr id="14" name="panel"/>
          <p:cNvSpPr/>
          <p:nvPr/>
        </p:nvSpPr>
        <p:spPr>
          <a:xfrm>
            <a:off x="6400800" y="457200"/>
            <a:ext cx="5257800" cy="5760720"/>
          </a:xfrm>
          <a:prstGeom prst="roundRect">
            <a:avLst>
              <a:gd name="adj" fmla="val 5217"/>
            </a:avLst>
          </a:prstGeom>
          <a:solidFill>
            <a:srgbClr val="1A4B17"/>
          </a:solidFill>
          <a:ln/>
        </p:spPr>
      </p:sp>
      <p:pic>
        <p:nvPicPr>
          <p:cNvPr id="15" name="ponsel-121" descr="Tangkapan layar aplikasi KAPDH Apps">    </p:cNvPr>
          <p:cNvPicPr>
            <a:picLocks noChangeAspect="1"/>
          </p:cNvPicPr>
          <p:nvPr/>
        </p:nvPicPr>
        <p:blipFill>
          <a:blip r:embed="rId5"/>
          <a:stretch>
            <a:fillRect/>
          </a:stretch>
        </p:blipFill>
        <p:spPr>
          <a:xfrm>
            <a:off x="6720840" y="914400"/>
            <a:ext cx="2551764" cy="5074920"/>
          </a:xfrm>
          <a:prstGeom prst="rect">
            <a:avLst/>
          </a:prstGeom>
        </p:spPr>
      </p:pic>
      <p:pic>
        <p:nvPicPr>
          <p:cNvPr id="16" name="ponsel-122" descr="Tangkapan layar aplikasi KAPDH Apps">    </p:cNvPr>
          <p:cNvPicPr>
            <a:picLocks noChangeAspect="1"/>
          </p:cNvPicPr>
          <p:nvPr/>
        </p:nvPicPr>
        <p:blipFill>
          <a:blip r:embed="rId6"/>
          <a:stretch>
            <a:fillRect/>
          </a:stretch>
        </p:blipFill>
        <p:spPr>
          <a:xfrm>
            <a:off x="8786796" y="594360"/>
            <a:ext cx="2551764" cy="5074920"/>
          </a:xfrm>
          <a:prstGeom prst="rect">
            <a:avLst/>
          </a:prstGeom>
        </p:spPr>
      </p:pic>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A4B17"/>
                </a:solidFill>
                <a:latin typeface="Segoe UI Semibold"/>
                <a:ea typeface="Segoe UI Semibold"/>
                <a:cs typeface="Segoe UI Semibold"/>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kicker-123"/>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200" spc="150" kern="0" dirty="0">
                <a:solidFill>
                  <a:srgbClr val="2D7A28"/>
                </a:solidFill>
                <a:latin typeface="Segoe UI Semibold" pitchFamily="34" charset="0"/>
                <a:ea typeface="Segoe UI Semibold" pitchFamily="34" charset="-122"/>
                <a:cs typeface="Segoe UI Semibold" pitchFamily="34" charset="-120"/>
              </a:rPr>
              <a:t>JEJARING DAN PESAN</a:t>
            </a:r>
            <a:endParaRPr lang="en-US" sz="1200" dirty="0"/>
          </a:p>
        </p:txBody>
      </p:sp>
      <p:sp>
        <p:nvSpPr>
          <p:cNvPr id="4" name="Text 0"/>
          <p:cNvSpPr/>
          <p:nvPr>
            <p:ph idx="100" type="title" hasCustomPrompt="1"/>
          </p:nvPr>
        </p:nvSpPr>
        <p:spPr>
          <a:xfrm>
            <a:off x="548640" y="640080"/>
            <a:ext cx="5486400" cy="1051560"/>
          </a:xfrm>
          <a:prstGeom prst="rect">
            <a:avLst/>
          </a:prstGeom>
          <a:noFill/>
          <a:ln/>
        </p:spPr>
        <p:txBody>
          <a:bodyPr wrap="square" lIns="0" tIns="0" rIns="0" bIns="0" rtlCol="0" anchor="t"/>
          <a:lstStyle/>
          <a:p>
            <a:pPr algn="l" indent="0" marL="0">
              <a:buNone/>
            </a:pPr>
            <a:r>
              <a:rPr lang="en-US" sz="2800" dirty="0">
                <a:solidFill>
                  <a:srgbClr val="143A12"/>
                </a:solidFill>
                <a:latin typeface="Segoe UI Semibold" pitchFamily="34" charset="0"/>
                <a:ea typeface="Segoe UI Semibold" pitchFamily="34" charset="-122"/>
                <a:cs typeface="Segoe UI Semibold" pitchFamily="34" charset="-120"/>
              </a:rPr>
              <a:t>Temukan sahabat lama, jalin silaturahmi baru</a:t>
            </a:r>
            <a:endParaRPr lang="en-US" sz="2800" dirty="0"/>
          </a:p>
        </p:txBody>
      </p:sp>
      <p:sp>
        <p:nvSpPr>
          <p:cNvPr id="5" name="teks"/>
          <p:cNvSpPr txBox="1"/>
          <p:nvPr/>
        </p:nvSpPr>
        <p:spPr>
          <a:xfrm>
            <a:off x="548640" y="1828800"/>
            <a:ext cx="5486400" cy="1025271"/>
          </a:xfrm>
          <a:prstGeom prst="rect">
            <a:avLst/>
          </a:prstGeom>
          <a:noFill/>
          <a:ln/>
        </p:spPr>
        <p:txBody>
          <a:bodyPr wrap="square" lIns="0" tIns="0" rIns="0" bIns="0" rtlCol="0" anchor="t"/>
          <a:lstStyle/>
          <a:p>
            <a:pPr indent="0" marL="0">
              <a:lnSpc>
                <a:spcPct val="110000"/>
              </a:lnSpc>
              <a:buNone/>
            </a:pPr>
            <a:r>
              <a:rPr lang="en-US" sz="1700" dirty="0">
                <a:solidFill>
                  <a:srgbClr val="2E352D"/>
                </a:solidFill>
                <a:latin typeface="Segoe UI" pitchFamily="34" charset="0"/>
                <a:ea typeface="Segoe UI" pitchFamily="34" charset="-122"/>
                <a:cs typeface="Segoe UI" pitchFamily="34" charset="-120"/>
              </a:rPr>
              <a:t>Cari sesama anggota menurut nama, angkatan, kelas, kota, profesi, atau keahlian. Buka profilnya, lalu lanjutkan silaturahmi melalui Pesan atau Pesan Grup.</a:t>
            </a:r>
            <a:endParaRPr lang="en-US" sz="1700" dirty="0"/>
          </a:p>
        </p:txBody>
      </p:sp>
      <p:pic>
        <p:nvPicPr>
          <p:cNvPr id="6" name="ikon-butir-124" descr="Penanda butir">    </p:cNvPr>
          <p:cNvPicPr>
            <a:picLocks noChangeAspect="1"/>
          </p:cNvPicPr>
          <p:nvPr/>
        </p:nvPicPr>
        <p:blipFill>
          <a:blip r:embed="rId1"/>
          <a:stretch>
            <a:fillRect/>
          </a:stretch>
        </p:blipFill>
        <p:spPr>
          <a:xfrm>
            <a:off x="548640" y="3137535"/>
            <a:ext cx="237744" cy="237744"/>
          </a:xfrm>
          <a:prstGeom prst="rect">
            <a:avLst/>
          </a:prstGeom>
        </p:spPr>
      </p:pic>
      <p:sp>
        <p:nvSpPr>
          <p:cNvPr id="7" name="butir-125"/>
          <p:cNvSpPr txBox="1"/>
          <p:nvPr/>
        </p:nvSpPr>
        <p:spPr>
          <a:xfrm>
            <a:off x="932688" y="3100959"/>
            <a:ext cx="5102352" cy="308864"/>
          </a:xfrm>
          <a:prstGeom prst="rect">
            <a:avLst/>
          </a:prstGeom>
          <a:noFill/>
          <a:ln/>
        </p:spPr>
        <p:txBody>
          <a:bodyPr wrap="square" lIns="0" tIns="0" rIns="0" bIns="0" rtlCol="0" anchor="t"/>
          <a:lstStyle/>
          <a:p>
            <a:pPr indent="0" marL="0">
              <a:buNone/>
            </a:pPr>
            <a:r>
              <a:rPr lang="en-US" sz="1600" dirty="0">
                <a:solidFill>
                  <a:srgbClr val="1C1B1F"/>
                </a:solidFill>
                <a:latin typeface="Segoe UI" pitchFamily="34" charset="0"/>
                <a:ea typeface="Segoe UI" pitchFamily="34" charset="-122"/>
                <a:cs typeface="Segoe UI" pitchFamily="34" charset="-120"/>
              </a:rPr>
              <a:t>Direktori hanya dapat dibuka sesama anggota aktif</a:t>
            </a:r>
            <a:endParaRPr lang="en-US" sz="1600" dirty="0"/>
          </a:p>
        </p:txBody>
      </p:sp>
      <p:pic>
        <p:nvPicPr>
          <p:cNvPr id="8" name="ikon-butir-126" descr="Penanda butir">    </p:cNvPr>
          <p:cNvPicPr>
            <a:picLocks noChangeAspect="1"/>
          </p:cNvPicPr>
          <p:nvPr/>
        </p:nvPicPr>
        <p:blipFill>
          <a:blip r:embed="rId2"/>
          <a:stretch>
            <a:fillRect/>
          </a:stretch>
        </p:blipFill>
        <p:spPr>
          <a:xfrm>
            <a:off x="548640" y="3592703"/>
            <a:ext cx="237744" cy="237744"/>
          </a:xfrm>
          <a:prstGeom prst="rect">
            <a:avLst/>
          </a:prstGeom>
        </p:spPr>
      </p:pic>
      <p:sp>
        <p:nvSpPr>
          <p:cNvPr id="9" name="butir-127"/>
          <p:cNvSpPr txBox="1"/>
          <p:nvPr/>
        </p:nvSpPr>
        <p:spPr>
          <a:xfrm>
            <a:off x="932688" y="3556127"/>
            <a:ext cx="5102352" cy="308864"/>
          </a:xfrm>
          <a:prstGeom prst="rect">
            <a:avLst/>
          </a:prstGeom>
          <a:noFill/>
          <a:ln/>
        </p:spPr>
        <p:txBody>
          <a:bodyPr wrap="square" lIns="0" tIns="0" rIns="0" bIns="0" rtlCol="0" anchor="t"/>
          <a:lstStyle/>
          <a:p>
            <a:pPr indent="0" marL="0">
              <a:buNone/>
            </a:pPr>
            <a:r>
              <a:rPr lang="en-US" sz="1600" dirty="0">
                <a:solidFill>
                  <a:srgbClr val="1C1B1F"/>
                </a:solidFill>
                <a:latin typeface="Segoe UI" pitchFamily="34" charset="0"/>
                <a:ea typeface="Segoe UI" pitchFamily="34" charset="-122"/>
                <a:cs typeface="Segoe UI" pitchFamily="34" charset="-120"/>
              </a:rPr>
              <a:t>Berkirim teks dan gambar, pribadi maupun berkelompok</a:t>
            </a:r>
            <a:endParaRPr lang="en-US" sz="1600" dirty="0"/>
          </a:p>
        </p:txBody>
      </p:sp>
      <p:pic>
        <p:nvPicPr>
          <p:cNvPr id="10" name="ikon-butir-128" descr="Penanda butir">    </p:cNvPr>
          <p:cNvPicPr>
            <a:picLocks noChangeAspect="1"/>
          </p:cNvPicPr>
          <p:nvPr/>
        </p:nvPicPr>
        <p:blipFill>
          <a:blip r:embed="rId3"/>
          <a:stretch>
            <a:fillRect/>
          </a:stretch>
        </p:blipFill>
        <p:spPr>
          <a:xfrm>
            <a:off x="548640" y="4047871"/>
            <a:ext cx="237744" cy="237744"/>
          </a:xfrm>
          <a:prstGeom prst="rect">
            <a:avLst/>
          </a:prstGeom>
        </p:spPr>
      </p:pic>
      <p:sp>
        <p:nvSpPr>
          <p:cNvPr id="11" name="butir-129"/>
          <p:cNvSpPr txBox="1"/>
          <p:nvPr/>
        </p:nvSpPr>
        <p:spPr>
          <a:xfrm>
            <a:off x="932688" y="4011295"/>
            <a:ext cx="5102352" cy="581152"/>
          </a:xfrm>
          <a:prstGeom prst="rect">
            <a:avLst/>
          </a:prstGeom>
          <a:noFill/>
          <a:ln/>
        </p:spPr>
        <p:txBody>
          <a:bodyPr wrap="square" lIns="0" tIns="0" rIns="0" bIns="0" rtlCol="0" anchor="t"/>
          <a:lstStyle/>
          <a:p>
            <a:pPr indent="0" marL="0">
              <a:buNone/>
            </a:pPr>
            <a:r>
              <a:rPr lang="en-US" sz="1600" dirty="0">
                <a:solidFill>
                  <a:srgbClr val="1C1B1F"/>
                </a:solidFill>
                <a:latin typeface="Segoe UI" pitchFamily="34" charset="0"/>
                <a:ea typeface="Segoe UI" pitchFamily="34" charset="-122"/>
                <a:cs typeface="Segoe UI" pitchFamily="34" charset="-120"/>
              </a:rPr>
              <a:t>Blokir dan laporkan bila ada yang melanggar Ketentuan Komunitas</a:t>
            </a:r>
            <a:endParaRPr lang="en-US" sz="1600" dirty="0"/>
          </a:p>
        </p:txBody>
      </p:sp>
      <p:sp>
        <p:nvSpPr>
          <p:cNvPr id="12" name="panel"/>
          <p:cNvSpPr/>
          <p:nvPr/>
        </p:nvSpPr>
        <p:spPr>
          <a:xfrm>
            <a:off x="6400800" y="457200"/>
            <a:ext cx="5257800" cy="5760720"/>
          </a:xfrm>
          <a:prstGeom prst="roundRect">
            <a:avLst>
              <a:gd name="adj" fmla="val 5217"/>
            </a:avLst>
          </a:prstGeom>
          <a:solidFill>
            <a:srgbClr val="1A4B17"/>
          </a:solidFill>
          <a:ln/>
        </p:spPr>
      </p:sp>
      <p:pic>
        <p:nvPicPr>
          <p:cNvPr id="13" name="ponsel-130" descr="Tangkapan layar aplikasi KAPDH Apps">    </p:cNvPr>
          <p:cNvPicPr>
            <a:picLocks noChangeAspect="1"/>
          </p:cNvPicPr>
          <p:nvPr/>
        </p:nvPicPr>
        <p:blipFill>
          <a:blip r:embed="rId4"/>
          <a:stretch>
            <a:fillRect/>
          </a:stretch>
        </p:blipFill>
        <p:spPr>
          <a:xfrm>
            <a:off x="6537960" y="1097280"/>
            <a:ext cx="2252908" cy="4480560"/>
          </a:xfrm>
          <a:prstGeom prst="rect">
            <a:avLst/>
          </a:prstGeom>
        </p:spPr>
      </p:pic>
      <p:pic>
        <p:nvPicPr>
          <p:cNvPr id="14" name="ponsel-131" descr="Tangkapan layar aplikasi KAPDH Apps">    </p:cNvPr>
          <p:cNvPicPr>
            <a:picLocks noChangeAspect="1"/>
          </p:cNvPicPr>
          <p:nvPr/>
        </p:nvPicPr>
        <p:blipFill>
          <a:blip r:embed="rId5"/>
          <a:stretch>
            <a:fillRect/>
          </a:stretch>
        </p:blipFill>
        <p:spPr>
          <a:xfrm>
            <a:off x="9268532" y="1097280"/>
            <a:ext cx="2252908" cy="4480560"/>
          </a:xfrm>
          <a:prstGeom prst="rect">
            <a:avLst/>
          </a:prstGeom>
        </p:spPr>
      </p:pic>
      <p:pic>
        <p:nvPicPr>
          <p:cNvPr id="15" name="ponsel-132" descr="Tangkapan layar aplikasi KAPDH Apps">    </p:cNvPr>
          <p:cNvPicPr>
            <a:picLocks noChangeAspect="1"/>
          </p:cNvPicPr>
          <p:nvPr/>
        </p:nvPicPr>
        <p:blipFill>
          <a:blip r:embed="rId6"/>
          <a:stretch>
            <a:fillRect/>
          </a:stretch>
        </p:blipFill>
        <p:spPr>
          <a:xfrm>
            <a:off x="7684852" y="640080"/>
            <a:ext cx="2689697" cy="5349240"/>
          </a:xfrm>
          <a:prstGeom prst="rect">
            <a:avLst/>
          </a:prstGeom>
        </p:spPr>
      </p:pic>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A4B17"/>
                </a:solidFill>
                <a:latin typeface="Segoe UI Semibold"/>
                <a:ea typeface="Segoe UI Semibold"/>
                <a:cs typeface="Segoe UI Semibold"/>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kicker-133"/>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200" spc="150" kern="0" dirty="0">
                <a:solidFill>
                  <a:srgbClr val="2D7A28"/>
                </a:solidFill>
                <a:latin typeface="Segoe UI Semibold" pitchFamily="34" charset="0"/>
                <a:ea typeface="Segoe UI Semibold" pitchFamily="34" charset="-122"/>
                <a:cs typeface="Segoe UI Semibold" pitchFamily="34" charset="-120"/>
              </a:rPr>
              <a:t>PROFIL DAN PRIVASI</a:t>
            </a:r>
            <a:endParaRPr lang="en-US" sz="1200" dirty="0"/>
          </a:p>
        </p:txBody>
      </p:sp>
      <p:sp>
        <p:nvSpPr>
          <p:cNvPr id="4" name="Text 0"/>
          <p:cNvSpPr/>
          <p:nvPr>
            <p:ph idx="100" type="title" hasCustomPrompt="1"/>
          </p:nvPr>
        </p:nvSpPr>
        <p:spPr>
          <a:xfrm>
            <a:off x="548640" y="640080"/>
            <a:ext cx="5486400" cy="1051560"/>
          </a:xfrm>
          <a:prstGeom prst="rect">
            <a:avLst/>
          </a:prstGeom>
          <a:noFill/>
          <a:ln/>
        </p:spPr>
        <p:txBody>
          <a:bodyPr wrap="square" lIns="0" tIns="0" rIns="0" bIns="0" rtlCol="0" anchor="t"/>
          <a:lstStyle/>
          <a:p>
            <a:pPr algn="l" indent="0" marL="0">
              <a:buNone/>
            </a:pPr>
            <a:r>
              <a:rPr lang="en-US" sz="2800" dirty="0">
                <a:solidFill>
                  <a:srgbClr val="143A12"/>
                </a:solidFill>
                <a:latin typeface="Segoe UI Semibold" pitchFamily="34" charset="0"/>
                <a:ea typeface="Segoe UI Semibold" pitchFamily="34" charset="-122"/>
                <a:cs typeface="Segoe UI Semibold" pitchFamily="34" charset="-120"/>
              </a:rPr>
              <a:t>Profil lebih lengkap, privasi tetap di tangan Anda</a:t>
            </a:r>
            <a:endParaRPr lang="en-US" sz="2800" dirty="0"/>
          </a:p>
        </p:txBody>
      </p:sp>
      <p:sp>
        <p:nvSpPr>
          <p:cNvPr id="5" name="teks"/>
          <p:cNvSpPr txBox="1"/>
          <p:nvPr/>
        </p:nvSpPr>
        <p:spPr>
          <a:xfrm>
            <a:off x="548640" y="1828800"/>
            <a:ext cx="5486400" cy="1025271"/>
          </a:xfrm>
          <a:prstGeom prst="rect">
            <a:avLst/>
          </a:prstGeom>
          <a:noFill/>
          <a:ln/>
        </p:spPr>
        <p:txBody>
          <a:bodyPr wrap="square" lIns="0" tIns="0" rIns="0" bIns="0" rtlCol="0" anchor="t"/>
          <a:lstStyle/>
          <a:p>
            <a:pPr indent="0" marL="0">
              <a:lnSpc>
                <a:spcPct val="110000"/>
              </a:lnSpc>
              <a:buNone/>
            </a:pPr>
            <a:r>
              <a:rPr lang="en-US" sz="1700" dirty="0">
                <a:solidFill>
                  <a:srgbClr val="2E352D"/>
                </a:solidFill>
                <a:latin typeface="Segoe UI" pitchFamily="34" charset="0"/>
                <a:ea typeface="Segoe UI" pitchFamily="34" charset="-122"/>
                <a:cs typeface="Segoe UI" pitchFamily="34" charset="-120"/>
              </a:rPr>
              <a:t>Cantumkan hingga 5 profesi, 10 riwayat pendidikan, dan 10 tautan media sosial agar sahabat alumni mudah mengenal Anda. Semua isian profil ini tidak wajib.</a:t>
            </a:r>
            <a:endParaRPr lang="en-US" sz="1700" dirty="0"/>
          </a:p>
        </p:txBody>
      </p:sp>
      <p:pic>
        <p:nvPicPr>
          <p:cNvPr id="6" name="ikon-butir-134" descr="Penanda butir">    </p:cNvPr>
          <p:cNvPicPr>
            <a:picLocks noChangeAspect="1"/>
          </p:cNvPicPr>
          <p:nvPr/>
        </p:nvPicPr>
        <p:blipFill>
          <a:blip r:embed="rId1"/>
          <a:stretch>
            <a:fillRect/>
          </a:stretch>
        </p:blipFill>
        <p:spPr>
          <a:xfrm>
            <a:off x="548640" y="3137535"/>
            <a:ext cx="237744" cy="237744"/>
          </a:xfrm>
          <a:prstGeom prst="rect">
            <a:avLst/>
          </a:prstGeom>
        </p:spPr>
      </p:pic>
      <p:sp>
        <p:nvSpPr>
          <p:cNvPr id="7" name="butir-135"/>
          <p:cNvSpPr txBox="1"/>
          <p:nvPr/>
        </p:nvSpPr>
        <p:spPr>
          <a:xfrm>
            <a:off x="932688" y="3100959"/>
            <a:ext cx="5102352" cy="308864"/>
          </a:xfrm>
          <a:prstGeom prst="rect">
            <a:avLst/>
          </a:prstGeom>
          <a:noFill/>
          <a:ln/>
        </p:spPr>
        <p:txBody>
          <a:bodyPr wrap="square" lIns="0" tIns="0" rIns="0" bIns="0" rtlCol="0" anchor="t"/>
          <a:lstStyle/>
          <a:p>
            <a:pPr indent="0" marL="0">
              <a:buNone/>
            </a:pPr>
            <a:r>
              <a:rPr lang="en-US" sz="1600" dirty="0">
                <a:solidFill>
                  <a:srgbClr val="1C1B1F"/>
                </a:solidFill>
                <a:latin typeface="Segoe UI" pitchFamily="34" charset="0"/>
                <a:ea typeface="Segoe UI" pitchFamily="34" charset="-122"/>
                <a:cs typeface="Segoe UI" pitchFamily="34" charset="-120"/>
              </a:rPr>
              <a:t>Profesi pertama menjadi profesi utama dan tampil di KTA</a:t>
            </a:r>
            <a:endParaRPr lang="en-US" sz="1600" dirty="0"/>
          </a:p>
        </p:txBody>
      </p:sp>
      <p:pic>
        <p:nvPicPr>
          <p:cNvPr id="8" name="ikon-butir-136" descr="Penanda butir">    </p:cNvPr>
          <p:cNvPicPr>
            <a:picLocks noChangeAspect="1"/>
          </p:cNvPicPr>
          <p:nvPr/>
        </p:nvPicPr>
        <p:blipFill>
          <a:blip r:embed="rId2"/>
          <a:stretch>
            <a:fillRect/>
          </a:stretch>
        </p:blipFill>
        <p:spPr>
          <a:xfrm>
            <a:off x="548640" y="3592703"/>
            <a:ext cx="237744" cy="237744"/>
          </a:xfrm>
          <a:prstGeom prst="rect">
            <a:avLst/>
          </a:prstGeom>
        </p:spPr>
      </p:pic>
      <p:sp>
        <p:nvSpPr>
          <p:cNvPr id="9" name="butir-137"/>
          <p:cNvSpPr txBox="1"/>
          <p:nvPr/>
        </p:nvSpPr>
        <p:spPr>
          <a:xfrm>
            <a:off x="932688" y="3556127"/>
            <a:ext cx="5102352" cy="581152"/>
          </a:xfrm>
          <a:prstGeom prst="rect">
            <a:avLst/>
          </a:prstGeom>
          <a:noFill/>
          <a:ln/>
        </p:spPr>
        <p:txBody>
          <a:bodyPr wrap="square" lIns="0" tIns="0" rIns="0" bIns="0" rtlCol="0" anchor="t"/>
          <a:lstStyle/>
          <a:p>
            <a:pPr indent="0" marL="0">
              <a:buNone/>
            </a:pPr>
            <a:r>
              <a:rPr lang="en-US" sz="1600" dirty="0">
                <a:solidFill>
                  <a:srgbClr val="1C1B1F"/>
                </a:solidFill>
                <a:latin typeface="Segoe UI" pitchFamily="34" charset="0"/>
                <a:ea typeface="Segoe UI" pitchFamily="34" charset="-122"/>
                <a:cs typeface="Segoe UI" pitchFamily="34" charset="-120"/>
              </a:rPr>
              <a:t>Telepon, email, dan media sosial tersembunyi sampai Anda menampilkannya</a:t>
            </a:r>
            <a:endParaRPr lang="en-US" sz="1600" dirty="0"/>
          </a:p>
        </p:txBody>
      </p:sp>
      <p:pic>
        <p:nvPicPr>
          <p:cNvPr id="10" name="ikon-butir-138" descr="Penanda butir">    </p:cNvPr>
          <p:cNvPicPr>
            <a:picLocks noChangeAspect="1"/>
          </p:cNvPicPr>
          <p:nvPr/>
        </p:nvPicPr>
        <p:blipFill>
          <a:blip r:embed="rId3"/>
          <a:stretch>
            <a:fillRect/>
          </a:stretch>
        </p:blipFill>
        <p:spPr>
          <a:xfrm>
            <a:off x="548640" y="4320159"/>
            <a:ext cx="237744" cy="237744"/>
          </a:xfrm>
          <a:prstGeom prst="rect">
            <a:avLst/>
          </a:prstGeom>
        </p:spPr>
      </p:pic>
      <p:sp>
        <p:nvSpPr>
          <p:cNvPr id="11" name="butir-139"/>
          <p:cNvSpPr txBox="1"/>
          <p:nvPr/>
        </p:nvSpPr>
        <p:spPr>
          <a:xfrm>
            <a:off x="932688" y="4283583"/>
            <a:ext cx="5102352" cy="308864"/>
          </a:xfrm>
          <a:prstGeom prst="rect">
            <a:avLst/>
          </a:prstGeom>
          <a:noFill/>
          <a:ln/>
        </p:spPr>
        <p:txBody>
          <a:bodyPr wrap="square" lIns="0" tIns="0" rIns="0" bIns="0" rtlCol="0" anchor="t"/>
          <a:lstStyle/>
          <a:p>
            <a:pPr indent="0" marL="0">
              <a:buNone/>
            </a:pPr>
            <a:r>
              <a:rPr lang="en-US" sz="1600" dirty="0">
                <a:solidFill>
                  <a:srgbClr val="1C1B1F"/>
                </a:solidFill>
                <a:latin typeface="Segoe UI" pitchFamily="34" charset="0"/>
                <a:ea typeface="Segoe UI" pitchFamily="34" charset="-122"/>
                <a:cs typeface="Segoe UI" pitchFamily="34" charset="-120"/>
              </a:rPr>
              <a:t>Atur tampilannya di menu Akun &gt; Privasi profil</a:t>
            </a:r>
            <a:endParaRPr lang="en-US" sz="1600" dirty="0"/>
          </a:p>
        </p:txBody>
      </p:sp>
      <p:sp>
        <p:nvSpPr>
          <p:cNvPr id="12" name="panel"/>
          <p:cNvSpPr/>
          <p:nvPr/>
        </p:nvSpPr>
        <p:spPr>
          <a:xfrm>
            <a:off x="6400800" y="457200"/>
            <a:ext cx="5257800" cy="5760720"/>
          </a:xfrm>
          <a:prstGeom prst="roundRect">
            <a:avLst>
              <a:gd name="adj" fmla="val 5217"/>
            </a:avLst>
          </a:prstGeom>
          <a:solidFill>
            <a:srgbClr val="1A4B17"/>
          </a:solidFill>
          <a:ln/>
        </p:spPr>
      </p:sp>
      <p:pic>
        <p:nvPicPr>
          <p:cNvPr id="13" name="ponsel-140" descr="Tangkapan layar aplikasi KAPDH Apps">    </p:cNvPr>
          <p:cNvPicPr>
            <a:picLocks noChangeAspect="1"/>
          </p:cNvPicPr>
          <p:nvPr/>
        </p:nvPicPr>
        <p:blipFill>
          <a:blip r:embed="rId4"/>
          <a:stretch>
            <a:fillRect/>
          </a:stretch>
        </p:blipFill>
        <p:spPr>
          <a:xfrm>
            <a:off x="6537960" y="1097280"/>
            <a:ext cx="2252908" cy="4480560"/>
          </a:xfrm>
          <a:prstGeom prst="rect">
            <a:avLst/>
          </a:prstGeom>
        </p:spPr>
      </p:pic>
      <p:pic>
        <p:nvPicPr>
          <p:cNvPr id="14" name="ponsel-141" descr="Tangkapan layar aplikasi KAPDH Apps">    </p:cNvPr>
          <p:cNvPicPr>
            <a:picLocks noChangeAspect="1"/>
          </p:cNvPicPr>
          <p:nvPr/>
        </p:nvPicPr>
        <p:blipFill>
          <a:blip r:embed="rId5"/>
          <a:stretch>
            <a:fillRect/>
          </a:stretch>
        </p:blipFill>
        <p:spPr>
          <a:xfrm>
            <a:off x="9268532" y="1097280"/>
            <a:ext cx="2252908" cy="4480560"/>
          </a:xfrm>
          <a:prstGeom prst="rect">
            <a:avLst/>
          </a:prstGeom>
        </p:spPr>
      </p:pic>
      <p:pic>
        <p:nvPicPr>
          <p:cNvPr id="15" name="ponsel-142" descr="Tangkapan layar aplikasi KAPDH Apps">    </p:cNvPr>
          <p:cNvPicPr>
            <a:picLocks noChangeAspect="1"/>
          </p:cNvPicPr>
          <p:nvPr/>
        </p:nvPicPr>
        <p:blipFill>
          <a:blip r:embed="rId6"/>
          <a:stretch>
            <a:fillRect/>
          </a:stretch>
        </p:blipFill>
        <p:spPr>
          <a:xfrm>
            <a:off x="7684852" y="640080"/>
            <a:ext cx="2689697" cy="5349240"/>
          </a:xfrm>
          <a:prstGeom prst="rect">
            <a:avLst/>
          </a:prstGeom>
        </p:spPr>
      </p:pic>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A4B17"/>
                </a:solidFill>
                <a:latin typeface="Segoe UI Semibold"/>
                <a:ea typeface="Segoe UI Semibold"/>
                <a:cs typeface="Segoe UI Semibold"/>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kicker-143"/>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200" spc="150" kern="0" dirty="0">
                <a:solidFill>
                  <a:srgbClr val="2D7A28"/>
                </a:solidFill>
                <a:latin typeface="Segoe UI Semibold" pitchFamily="34" charset="0"/>
                <a:ea typeface="Segoe UI Semibold" pitchFamily="34" charset="-122"/>
                <a:cs typeface="Segoe UI Semibold" pitchFamily="34" charset="-120"/>
              </a:rPr>
              <a:t>UNTUK PENGURUS</a:t>
            </a:r>
            <a:endParaRPr lang="en-US" sz="1200" dirty="0"/>
          </a:p>
        </p:txBody>
      </p:sp>
      <p:sp>
        <p:nvSpPr>
          <p:cNvPr id="4" name="Text 0"/>
          <p:cNvSpPr/>
          <p:nvPr>
            <p:ph idx="100" type="title" hasCustomPrompt="1"/>
          </p:nvPr>
        </p:nvSpPr>
        <p:spPr>
          <a:xfrm>
            <a:off x="548640" y="640080"/>
            <a:ext cx="10332720" cy="914400"/>
          </a:xfrm>
          <a:prstGeom prst="rect">
            <a:avLst/>
          </a:prstGeom>
          <a:noFill/>
          <a:ln/>
        </p:spPr>
        <p:txBody>
          <a:bodyPr wrap="square" lIns="0" tIns="0" rIns="0" bIns="0" rtlCol="0" anchor="t"/>
          <a:lstStyle/>
          <a:p>
            <a:pPr algn="l" indent="0" marL="0">
              <a:buNone/>
            </a:pPr>
            <a:r>
              <a:rPr lang="en-US" sz="2800" dirty="0">
                <a:solidFill>
                  <a:srgbClr val="143A12"/>
                </a:solidFill>
                <a:latin typeface="Segoe UI Semibold" pitchFamily="34" charset="0"/>
                <a:ea typeface="Segoe UI Semibold" pitchFamily="34" charset="-122"/>
                <a:cs typeface="Segoe UI Semibold" pitchFamily="34" charset="-120"/>
              </a:rPr>
              <a:t>Web admin: layanan pengurus yang tertib dan tercatat</a:t>
            </a:r>
            <a:endParaRPr lang="en-US" sz="2800" dirty="0"/>
          </a:p>
        </p:txBody>
      </p:sp>
      <p:sp>
        <p:nvSpPr>
          <p:cNvPr id="5" name="teks"/>
          <p:cNvSpPr txBox="1"/>
          <p:nvPr/>
        </p:nvSpPr>
        <p:spPr>
          <a:xfrm>
            <a:off x="548640" y="1828800"/>
            <a:ext cx="3429000" cy="1660017"/>
          </a:xfrm>
          <a:prstGeom prst="rect">
            <a:avLst/>
          </a:prstGeom>
          <a:noFill/>
          <a:ln/>
        </p:spPr>
        <p:txBody>
          <a:bodyPr wrap="square" lIns="0" tIns="0" rIns="0" bIns="0" rtlCol="0" anchor="t"/>
          <a:lstStyle/>
          <a:p>
            <a:pPr indent="0" marL="0">
              <a:lnSpc>
                <a:spcPct val="110000"/>
              </a:lnSpc>
              <a:buNone/>
            </a:pPr>
            <a:r>
              <a:rPr lang="en-US" sz="1700" dirty="0">
                <a:solidFill>
                  <a:srgbClr val="2E352D"/>
                </a:solidFill>
                <a:latin typeface="Segoe UI" pitchFamily="34" charset="0"/>
                <a:ea typeface="Segoe UI" pitchFamily="34" charset="-122"/>
                <a:cs typeface="Segoe UI" pitchFamily="34" charset="-120"/>
              </a:rPr>
              <a:t>Di admin.kapdh.or.id, pengurus memverifikasi pembayaran, mengelola anggota, konten, event dan check‑in, serta moderasi, masing‑masing sesuai izin tugasnya.</a:t>
            </a:r>
            <a:endParaRPr lang="en-US" sz="1700" dirty="0"/>
          </a:p>
        </p:txBody>
      </p:sp>
      <p:pic>
        <p:nvPicPr>
          <p:cNvPr id="6" name="ikon-butir-144" descr="Penanda butir">    </p:cNvPr>
          <p:cNvPicPr>
            <a:picLocks noChangeAspect="1"/>
          </p:cNvPicPr>
          <p:nvPr/>
        </p:nvPicPr>
        <p:blipFill>
          <a:blip r:embed="rId1"/>
          <a:stretch>
            <a:fillRect/>
          </a:stretch>
        </p:blipFill>
        <p:spPr>
          <a:xfrm>
            <a:off x="548640" y="3772281"/>
            <a:ext cx="237744" cy="237744"/>
          </a:xfrm>
          <a:prstGeom prst="rect">
            <a:avLst/>
          </a:prstGeom>
        </p:spPr>
      </p:pic>
      <p:sp>
        <p:nvSpPr>
          <p:cNvPr id="7" name="butir-145"/>
          <p:cNvSpPr txBox="1"/>
          <p:nvPr/>
        </p:nvSpPr>
        <p:spPr>
          <a:xfrm>
            <a:off x="932688" y="3735705"/>
            <a:ext cx="3044952" cy="547116"/>
          </a:xfrm>
          <a:prstGeom prst="rect">
            <a:avLst/>
          </a:prstGeom>
          <a:noFill/>
          <a:ln/>
        </p:spPr>
        <p:txBody>
          <a:bodyPr wrap="square" lIns="0" tIns="0" rIns="0" bIns="0" rtlCol="0" anchor="t"/>
          <a:lstStyle/>
          <a:p>
            <a:pPr indent="0" marL="0">
              <a:buNone/>
            </a:pPr>
            <a:r>
              <a:rPr lang="en-US" sz="1500" dirty="0">
                <a:solidFill>
                  <a:srgbClr val="1C1B1F"/>
                </a:solidFill>
                <a:latin typeface="Segoe UI" pitchFamily="34" charset="0"/>
                <a:ea typeface="Segoe UI" pitchFamily="34" charset="-122"/>
                <a:cs typeface="Segoe UI" pitchFamily="34" charset="-120"/>
              </a:rPr>
              <a:t>Akun pengurus terpisah dan wajib autentikasi dua langkah</a:t>
            </a:r>
            <a:endParaRPr lang="en-US" sz="1500" dirty="0"/>
          </a:p>
        </p:txBody>
      </p:sp>
      <p:pic>
        <p:nvPicPr>
          <p:cNvPr id="8" name="ikon-butir-146" descr="Penanda butir">    </p:cNvPr>
          <p:cNvPicPr>
            <a:picLocks noChangeAspect="1"/>
          </p:cNvPicPr>
          <p:nvPr/>
        </p:nvPicPr>
        <p:blipFill>
          <a:blip r:embed="rId2"/>
          <a:stretch>
            <a:fillRect/>
          </a:stretch>
        </p:blipFill>
        <p:spPr>
          <a:xfrm>
            <a:off x="548640" y="4447413"/>
            <a:ext cx="237744" cy="237744"/>
          </a:xfrm>
          <a:prstGeom prst="rect">
            <a:avLst/>
          </a:prstGeom>
        </p:spPr>
      </p:pic>
      <p:sp>
        <p:nvSpPr>
          <p:cNvPr id="9" name="butir-147"/>
          <p:cNvSpPr txBox="1"/>
          <p:nvPr/>
        </p:nvSpPr>
        <p:spPr>
          <a:xfrm>
            <a:off x="932688" y="4410837"/>
            <a:ext cx="3044952" cy="547116"/>
          </a:xfrm>
          <a:prstGeom prst="rect">
            <a:avLst/>
          </a:prstGeom>
          <a:noFill/>
          <a:ln/>
        </p:spPr>
        <p:txBody>
          <a:bodyPr wrap="square" lIns="0" tIns="0" rIns="0" bIns="0" rtlCol="0" anchor="t"/>
          <a:lstStyle/>
          <a:p>
            <a:pPr indent="0" marL="0">
              <a:buNone/>
            </a:pPr>
            <a:r>
              <a:rPr lang="en-US" sz="1500" dirty="0">
                <a:solidFill>
                  <a:srgbClr val="1C1B1F"/>
                </a:solidFill>
                <a:latin typeface="Segoe UI" pitchFamily="34" charset="0"/>
                <a:ea typeface="Segoe UI" pitchFamily="34" charset="-122"/>
                <a:cs typeface="Segoe UI" pitchFamily="34" charset="-120"/>
              </a:rPr>
              <a:t>Tindakan penting tercatat dalam jejak audit</a:t>
            </a:r>
            <a:endParaRPr lang="en-US" sz="1500" dirty="0"/>
          </a:p>
        </p:txBody>
      </p:sp>
      <p:pic>
        <p:nvPicPr>
          <p:cNvPr id="10" name="ikon-butir-148" descr="Penanda butir">    </p:cNvPr>
          <p:cNvPicPr>
            <a:picLocks noChangeAspect="1"/>
          </p:cNvPicPr>
          <p:nvPr/>
        </p:nvPicPr>
        <p:blipFill>
          <a:blip r:embed="rId3"/>
          <a:stretch>
            <a:fillRect/>
          </a:stretch>
        </p:blipFill>
        <p:spPr>
          <a:xfrm>
            <a:off x="548640" y="5122545"/>
            <a:ext cx="237744" cy="237744"/>
          </a:xfrm>
          <a:prstGeom prst="rect">
            <a:avLst/>
          </a:prstGeom>
        </p:spPr>
      </p:pic>
      <p:sp>
        <p:nvSpPr>
          <p:cNvPr id="11" name="butir-149"/>
          <p:cNvSpPr txBox="1"/>
          <p:nvPr/>
        </p:nvSpPr>
        <p:spPr>
          <a:xfrm>
            <a:off x="932688" y="5085969"/>
            <a:ext cx="3044952" cy="547116"/>
          </a:xfrm>
          <a:prstGeom prst="rect">
            <a:avLst/>
          </a:prstGeom>
          <a:noFill/>
          <a:ln/>
        </p:spPr>
        <p:txBody>
          <a:bodyPr wrap="square" lIns="0" tIns="0" rIns="0" bIns="0" rtlCol="0" anchor="t"/>
          <a:lstStyle/>
          <a:p>
            <a:pPr indent="0" marL="0">
              <a:buNone/>
            </a:pPr>
            <a:r>
              <a:rPr lang="en-US" sz="1500" dirty="0">
                <a:solidFill>
                  <a:srgbClr val="1C1B1F"/>
                </a:solidFill>
                <a:latin typeface="Segoe UI" pitchFamily="34" charset="0"/>
                <a:ea typeface="Segoe UI" pitchFamily="34" charset="-122"/>
                <a:cs typeface="Segoe UI" pitchFamily="34" charset="-120"/>
              </a:rPr>
              <a:t>Pengurus tidak dapat memutuskan pembayaran miliknya sendiri</a:t>
            </a:r>
            <a:endParaRPr lang="en-US" sz="1500" dirty="0"/>
          </a:p>
        </p:txBody>
      </p:sp>
      <p:pic>
        <p:nvPicPr>
          <p:cNvPr id="12" name="tangkapan-layar" descr="Tangkapan layar admin.kapdh.or.id">    </p:cNvPr>
          <p:cNvPicPr>
            <a:picLocks noChangeAspect="1"/>
          </p:cNvPicPr>
          <p:nvPr/>
        </p:nvPicPr>
        <p:blipFill>
          <a:blip r:embed="rId4"/>
          <a:stretch>
            <a:fillRect/>
          </a:stretch>
        </p:blipFill>
        <p:spPr>
          <a:xfrm>
            <a:off x="4944474" y="1645920"/>
            <a:ext cx="6714126" cy="4572000"/>
          </a:xfrm>
          <a:prstGeom prst="rect">
            <a:avLst/>
          </a:prstGeom>
        </p:spPr>
      </p:pic>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A4B17"/>
                </a:solidFill>
                <a:latin typeface="Segoe UI Semibold"/>
                <a:ea typeface="Segoe UI Semibold"/>
                <a:cs typeface="Segoe UI Semibold"/>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ext 0"/>
          <p:cNvSpPr/>
          <p:nvPr>
            <p:ph idx="100" type="title" hasCustomPrompt="1"/>
          </p:nvPr>
        </p:nvSpPr>
        <p:spPr>
          <a:xfrm>
            <a:off x="548640" y="640080"/>
            <a:ext cx="10332720" cy="914400"/>
          </a:xfrm>
          <a:prstGeom prst="rect">
            <a:avLst/>
          </a:prstGeom>
          <a:noFill/>
          <a:ln/>
        </p:spPr>
        <p:txBody>
          <a:bodyPr wrap="square" lIns="0" tIns="0" rIns="0" bIns="0" rtlCol="0" anchor="t"/>
          <a:lstStyle/>
          <a:p>
            <a:pPr algn="l" indent="0" marL="0">
              <a:buNone/>
            </a:pPr>
            <a:r>
              <a:rPr lang="en-US" sz="2800" dirty="0">
                <a:solidFill>
                  <a:srgbClr val="143A12"/>
                </a:solidFill>
                <a:latin typeface="Segoe UI Semibold" pitchFamily="34" charset="0"/>
                <a:ea typeface="Segoe UI Semibold" pitchFamily="34" charset="-122"/>
                <a:cs typeface="Segoe UI Semibold" pitchFamily="34" charset="-120"/>
              </a:rPr>
              <a:t>Amanah: berbadan hukum dan menjaga data Anda</a:t>
            </a:r>
            <a:endParaRPr lang="en-US" sz="2800" dirty="0"/>
          </a:p>
        </p:txBody>
      </p:sp>
      <p:sp>
        <p:nvSpPr>
          <p:cNvPr id="4" name="kartu-150"/>
          <p:cNvSpPr/>
          <p:nvPr/>
        </p:nvSpPr>
        <p:spPr>
          <a:xfrm>
            <a:off x="548640" y="1783080"/>
            <a:ext cx="5394960" cy="4343400"/>
          </a:xfrm>
          <a:prstGeom prst="roundRect">
            <a:avLst>
              <a:gd name="adj" fmla="val 4211"/>
            </a:avLst>
          </a:prstGeom>
          <a:solidFill>
            <a:srgbClr val="F1F3EF"/>
          </a:solidFill>
          <a:ln/>
        </p:spPr>
      </p:sp>
      <p:sp>
        <p:nvSpPr>
          <p:cNvPr id="5" name="lingkaran-ikon-151"/>
          <p:cNvSpPr/>
          <p:nvPr/>
        </p:nvSpPr>
        <p:spPr>
          <a:xfrm>
            <a:off x="914400" y="2103120"/>
            <a:ext cx="603504" cy="603504"/>
          </a:xfrm>
          <a:prstGeom prst="ellipse">
            <a:avLst/>
          </a:prstGeom>
          <a:solidFill>
            <a:srgbClr val="1A4B17"/>
          </a:solidFill>
          <a:ln/>
        </p:spPr>
      </p:sp>
      <p:pic>
        <p:nvPicPr>
          <p:cNvPr id="6" name="ikon-152" descr="Ikon">    </p:cNvPr>
          <p:cNvPicPr>
            <a:picLocks noChangeAspect="1"/>
          </p:cNvPicPr>
          <p:nvPr/>
        </p:nvPicPr>
        <p:blipFill>
          <a:blip r:embed="rId1"/>
          <a:stretch>
            <a:fillRect/>
          </a:stretch>
        </p:blipFill>
        <p:spPr>
          <a:xfrm>
            <a:off x="1053206" y="2241926"/>
            <a:ext cx="325892" cy="325892"/>
          </a:xfrm>
          <a:prstGeom prst="rect">
            <a:avLst/>
          </a:prstGeom>
        </p:spPr>
      </p:pic>
      <p:sp>
        <p:nvSpPr>
          <p:cNvPr id="7" name="judul-kartu-153"/>
          <p:cNvSpPr txBox="1"/>
          <p:nvPr/>
        </p:nvSpPr>
        <p:spPr>
          <a:xfrm>
            <a:off x="1691640" y="2103120"/>
            <a:ext cx="4023360" cy="603504"/>
          </a:xfrm>
          <a:prstGeom prst="rect">
            <a:avLst/>
          </a:prstGeom>
          <a:noFill/>
          <a:ln/>
        </p:spPr>
        <p:txBody>
          <a:bodyPr wrap="square" lIns="0" tIns="0" rIns="0" bIns="0" rtlCol="0" anchor="ctr"/>
          <a:lstStyle/>
          <a:p>
            <a:pPr indent="0" marL="0">
              <a:buNone/>
            </a:pPr>
            <a:r>
              <a:rPr lang="en-US" sz="2200" dirty="0">
                <a:solidFill>
                  <a:srgbClr val="143A12"/>
                </a:solidFill>
                <a:latin typeface="Segoe UI Semibold" pitchFamily="34" charset="0"/>
                <a:ea typeface="Segoe UI Semibold" pitchFamily="34" charset="-122"/>
                <a:cs typeface="Segoe UI Semibold" pitchFamily="34" charset="-120"/>
              </a:rPr>
              <a:t>Perkumpulan berbadan hukum</a:t>
            </a:r>
            <a:endParaRPr lang="en-US" sz="2200" dirty="0"/>
          </a:p>
        </p:txBody>
      </p:sp>
      <p:pic>
        <p:nvPicPr>
          <p:cNvPr id="8" name="ikon-butir-154" descr="Penanda butir">    </p:cNvPr>
          <p:cNvPicPr>
            <a:picLocks noChangeAspect="1"/>
          </p:cNvPicPr>
          <p:nvPr/>
        </p:nvPicPr>
        <p:blipFill>
          <a:blip r:embed="rId2"/>
          <a:stretch>
            <a:fillRect/>
          </a:stretch>
        </p:blipFill>
        <p:spPr>
          <a:xfrm>
            <a:off x="960120" y="3054096"/>
            <a:ext cx="237744" cy="237744"/>
          </a:xfrm>
          <a:prstGeom prst="rect">
            <a:avLst/>
          </a:prstGeom>
        </p:spPr>
      </p:pic>
      <p:sp>
        <p:nvSpPr>
          <p:cNvPr id="9" name="butir-155"/>
          <p:cNvSpPr txBox="1"/>
          <p:nvPr/>
        </p:nvSpPr>
        <p:spPr>
          <a:xfrm>
            <a:off x="1344168" y="3017520"/>
            <a:ext cx="4233672" cy="581152"/>
          </a:xfrm>
          <a:prstGeom prst="rect">
            <a:avLst/>
          </a:prstGeom>
          <a:noFill/>
          <a:ln/>
        </p:spPr>
        <p:txBody>
          <a:bodyPr wrap="square" lIns="0" tIns="0" rIns="0" bIns="0" rtlCol="0" anchor="t"/>
          <a:lstStyle/>
          <a:p>
            <a:pPr indent="0" marL="0">
              <a:buNone/>
            </a:pPr>
            <a:r>
              <a:rPr lang="en-US" sz="1600" dirty="0">
                <a:solidFill>
                  <a:srgbClr val="1C1B1F"/>
                </a:solidFill>
                <a:latin typeface="Segoe UI" pitchFamily="34" charset="0"/>
                <a:ea typeface="Segoe UI" pitchFamily="34" charset="-122"/>
                <a:cs typeface="Segoe UI" pitchFamily="34" charset="-120"/>
              </a:rPr>
              <a:t>Disahkan Keputusan Menteri Hukum dan HAM Nomor AHU-0002732.AH.01.07.TAHUN 2023</a:t>
            </a:r>
            <a:endParaRPr lang="en-US" sz="1600" dirty="0"/>
          </a:p>
        </p:txBody>
      </p:sp>
      <p:pic>
        <p:nvPicPr>
          <p:cNvPr id="10" name="ikon-butir-156" descr="Penanda butir">    </p:cNvPr>
          <p:cNvPicPr>
            <a:picLocks noChangeAspect="1"/>
          </p:cNvPicPr>
          <p:nvPr/>
        </p:nvPicPr>
        <p:blipFill>
          <a:blip r:embed="rId3"/>
          <a:stretch>
            <a:fillRect/>
          </a:stretch>
        </p:blipFill>
        <p:spPr>
          <a:xfrm>
            <a:off x="960120" y="3818128"/>
            <a:ext cx="237744" cy="237744"/>
          </a:xfrm>
          <a:prstGeom prst="rect">
            <a:avLst/>
          </a:prstGeom>
        </p:spPr>
      </p:pic>
      <p:sp>
        <p:nvSpPr>
          <p:cNvPr id="11" name="butir-157"/>
          <p:cNvSpPr txBox="1"/>
          <p:nvPr/>
        </p:nvSpPr>
        <p:spPr>
          <a:xfrm>
            <a:off x="1344168" y="3781552"/>
            <a:ext cx="4233672" cy="581152"/>
          </a:xfrm>
          <a:prstGeom prst="rect">
            <a:avLst/>
          </a:prstGeom>
          <a:noFill/>
          <a:ln/>
        </p:spPr>
        <p:txBody>
          <a:bodyPr wrap="square" lIns="0" tIns="0" rIns="0" bIns="0" rtlCol="0" anchor="t"/>
          <a:lstStyle/>
          <a:p>
            <a:pPr indent="0" marL="0">
              <a:buNone/>
            </a:pPr>
            <a:r>
              <a:rPr lang="en-US" sz="1600" dirty="0">
                <a:solidFill>
                  <a:srgbClr val="1C1B1F"/>
                </a:solidFill>
                <a:latin typeface="Segoe UI" pitchFamily="34" charset="0"/>
                <a:ea typeface="Segoe UI" pitchFamily="34" charset="-122"/>
                <a:cs typeface="Segoe UI" pitchFamily="34" charset="-120"/>
              </a:rPr>
              <a:t>Akta pendirian Nomor 01 tanggal 27 Maret 2023</a:t>
            </a:r>
            <a:endParaRPr lang="en-US" sz="1600" dirty="0"/>
          </a:p>
        </p:txBody>
      </p:sp>
      <p:pic>
        <p:nvPicPr>
          <p:cNvPr id="12" name="ikon-butir-158" descr="Penanda butir">    </p:cNvPr>
          <p:cNvPicPr>
            <a:picLocks noChangeAspect="1"/>
          </p:cNvPicPr>
          <p:nvPr/>
        </p:nvPicPr>
        <p:blipFill>
          <a:blip r:embed="rId4"/>
          <a:stretch>
            <a:fillRect/>
          </a:stretch>
        </p:blipFill>
        <p:spPr>
          <a:xfrm>
            <a:off x="960120" y="4582160"/>
            <a:ext cx="237744" cy="237744"/>
          </a:xfrm>
          <a:prstGeom prst="rect">
            <a:avLst/>
          </a:prstGeom>
        </p:spPr>
      </p:pic>
      <p:sp>
        <p:nvSpPr>
          <p:cNvPr id="13" name="butir-159"/>
          <p:cNvSpPr txBox="1"/>
          <p:nvPr/>
        </p:nvSpPr>
        <p:spPr>
          <a:xfrm>
            <a:off x="1344168" y="4545584"/>
            <a:ext cx="4233672" cy="581152"/>
          </a:xfrm>
          <a:prstGeom prst="rect">
            <a:avLst/>
          </a:prstGeom>
          <a:noFill/>
          <a:ln/>
        </p:spPr>
        <p:txBody>
          <a:bodyPr wrap="square" lIns="0" tIns="0" rIns="0" bIns="0" rtlCol="0" anchor="t"/>
          <a:lstStyle/>
          <a:p>
            <a:pPr indent="0" marL="0">
              <a:buNone/>
            </a:pPr>
            <a:r>
              <a:rPr lang="en-US" sz="1600" dirty="0">
                <a:solidFill>
                  <a:srgbClr val="1C1B1F"/>
                </a:solidFill>
                <a:latin typeface="Segoe UI" pitchFamily="34" charset="0"/>
                <a:ea typeface="Segoe UI" pitchFamily="34" charset="-122"/>
                <a:cs typeface="Segoe UI" pitchFamily="34" charset="-120"/>
              </a:rPr>
              <a:t>Berasaskan Pancasila dan Undang‑Undang Dasar 1945</a:t>
            </a:r>
            <a:endParaRPr lang="en-US" sz="1600" dirty="0"/>
          </a:p>
        </p:txBody>
      </p:sp>
      <p:pic>
        <p:nvPicPr>
          <p:cNvPr id="14" name="ikon-butir-160" descr="Penanda butir">    </p:cNvPr>
          <p:cNvPicPr>
            <a:picLocks noChangeAspect="1"/>
          </p:cNvPicPr>
          <p:nvPr/>
        </p:nvPicPr>
        <p:blipFill>
          <a:blip r:embed="rId5"/>
          <a:stretch>
            <a:fillRect/>
          </a:stretch>
        </p:blipFill>
        <p:spPr>
          <a:xfrm>
            <a:off x="960120" y="5346192"/>
            <a:ext cx="237744" cy="237744"/>
          </a:xfrm>
          <a:prstGeom prst="rect">
            <a:avLst/>
          </a:prstGeom>
        </p:spPr>
      </p:pic>
      <p:sp>
        <p:nvSpPr>
          <p:cNvPr id="15" name="butir-161"/>
          <p:cNvSpPr txBox="1"/>
          <p:nvPr/>
        </p:nvSpPr>
        <p:spPr>
          <a:xfrm>
            <a:off x="1344168" y="5309616"/>
            <a:ext cx="4233672" cy="581152"/>
          </a:xfrm>
          <a:prstGeom prst="rect">
            <a:avLst/>
          </a:prstGeom>
          <a:noFill/>
          <a:ln/>
        </p:spPr>
        <p:txBody>
          <a:bodyPr wrap="square" lIns="0" tIns="0" rIns="0" bIns="0" rtlCol="0" anchor="t"/>
          <a:lstStyle/>
          <a:p>
            <a:pPr indent="0" marL="0">
              <a:buNone/>
            </a:pPr>
            <a:r>
              <a:rPr lang="en-US" sz="1600" dirty="0">
                <a:solidFill>
                  <a:srgbClr val="1C1B1F"/>
                </a:solidFill>
                <a:latin typeface="Segoe UI" pitchFamily="34" charset="0"/>
                <a:ea typeface="Segoe UI" pitchFamily="34" charset="-122"/>
                <a:cs typeface="Segoe UI" pitchFamily="34" charset="-120"/>
              </a:rPr>
              <a:t>Seluruh kekayaan, termasuk iuran anggota, untuk maksud dan tujuan perkumpulan</a:t>
            </a:r>
            <a:endParaRPr lang="en-US" sz="1600" dirty="0"/>
          </a:p>
        </p:txBody>
      </p:sp>
      <p:sp>
        <p:nvSpPr>
          <p:cNvPr id="16" name="kartu-162"/>
          <p:cNvSpPr/>
          <p:nvPr/>
        </p:nvSpPr>
        <p:spPr>
          <a:xfrm>
            <a:off x="6245352" y="1783080"/>
            <a:ext cx="5394960" cy="4343400"/>
          </a:xfrm>
          <a:prstGeom prst="roundRect">
            <a:avLst>
              <a:gd name="adj" fmla="val 4211"/>
            </a:avLst>
          </a:prstGeom>
          <a:solidFill>
            <a:srgbClr val="1A4B17"/>
          </a:solidFill>
          <a:ln/>
        </p:spPr>
      </p:sp>
      <p:sp>
        <p:nvSpPr>
          <p:cNvPr id="17" name="lingkaran-ikon-163"/>
          <p:cNvSpPr/>
          <p:nvPr/>
        </p:nvSpPr>
        <p:spPr>
          <a:xfrm>
            <a:off x="6611112" y="2103120"/>
            <a:ext cx="603504" cy="603504"/>
          </a:xfrm>
          <a:prstGeom prst="ellipse">
            <a:avLst/>
          </a:prstGeom>
          <a:solidFill>
            <a:srgbClr val="E6D312"/>
          </a:solidFill>
          <a:ln/>
        </p:spPr>
      </p:sp>
      <p:pic>
        <p:nvPicPr>
          <p:cNvPr id="18" name="ikon-164" descr="Ikon">    </p:cNvPr>
          <p:cNvPicPr>
            <a:picLocks noChangeAspect="1"/>
          </p:cNvPicPr>
          <p:nvPr/>
        </p:nvPicPr>
        <p:blipFill>
          <a:blip r:embed="rId6"/>
          <a:stretch>
            <a:fillRect/>
          </a:stretch>
        </p:blipFill>
        <p:spPr>
          <a:xfrm>
            <a:off x="6749918" y="2241926"/>
            <a:ext cx="325892" cy="325892"/>
          </a:xfrm>
          <a:prstGeom prst="rect">
            <a:avLst/>
          </a:prstGeom>
        </p:spPr>
      </p:pic>
      <p:sp>
        <p:nvSpPr>
          <p:cNvPr id="19" name="judul-kartu-165"/>
          <p:cNvSpPr txBox="1"/>
          <p:nvPr/>
        </p:nvSpPr>
        <p:spPr>
          <a:xfrm>
            <a:off x="7388352" y="2103120"/>
            <a:ext cx="4023360" cy="603504"/>
          </a:xfrm>
          <a:prstGeom prst="rect">
            <a:avLst/>
          </a:prstGeom>
          <a:noFill/>
          <a:ln/>
        </p:spPr>
        <p:txBody>
          <a:bodyPr wrap="square" lIns="0" tIns="0" rIns="0" bIns="0" rtlCol="0" anchor="ctr"/>
          <a:lstStyle/>
          <a:p>
            <a:pPr indent="0" marL="0">
              <a:buNone/>
            </a:pPr>
            <a:r>
              <a:rPr lang="en-US" sz="2200" dirty="0">
                <a:solidFill>
                  <a:srgbClr val="FFFFFF"/>
                </a:solidFill>
                <a:latin typeface="Segoe UI Semibold" pitchFamily="34" charset="0"/>
                <a:ea typeface="Segoe UI Semibold" pitchFamily="34" charset="-122"/>
                <a:cs typeface="Segoe UI Semibold" pitchFamily="34" charset="-120"/>
              </a:rPr>
              <a:t>Pelindungan data pribadi</a:t>
            </a:r>
            <a:endParaRPr lang="en-US" sz="2200" dirty="0"/>
          </a:p>
        </p:txBody>
      </p:sp>
      <p:pic>
        <p:nvPicPr>
          <p:cNvPr id="20" name="ikon-butir-166" descr="Penanda butir">    </p:cNvPr>
          <p:cNvPicPr>
            <a:picLocks noChangeAspect="1"/>
          </p:cNvPicPr>
          <p:nvPr/>
        </p:nvPicPr>
        <p:blipFill>
          <a:blip r:embed="rId7"/>
          <a:stretch>
            <a:fillRect/>
          </a:stretch>
        </p:blipFill>
        <p:spPr>
          <a:xfrm>
            <a:off x="6656832" y="3054096"/>
            <a:ext cx="237744" cy="237744"/>
          </a:xfrm>
          <a:prstGeom prst="rect">
            <a:avLst/>
          </a:prstGeom>
        </p:spPr>
      </p:pic>
      <p:sp>
        <p:nvSpPr>
          <p:cNvPr id="21" name="butir-167"/>
          <p:cNvSpPr txBox="1"/>
          <p:nvPr/>
        </p:nvSpPr>
        <p:spPr>
          <a:xfrm>
            <a:off x="7040880" y="3017520"/>
            <a:ext cx="4233672" cy="581152"/>
          </a:xfrm>
          <a:prstGeom prst="rect">
            <a:avLst/>
          </a:prstGeom>
          <a:noFill/>
          <a:ln/>
        </p:spPr>
        <p:txBody>
          <a:bodyPr wrap="square" lIns="0" tIns="0" rIns="0" bIns="0" rtlCol="0" anchor="t"/>
          <a:lstStyle/>
          <a:p>
            <a:pPr indent="0" marL="0">
              <a:buNone/>
            </a:pPr>
            <a:r>
              <a:rPr lang="en-US" sz="1600" dirty="0">
                <a:solidFill>
                  <a:srgbClr val="E8F0E6"/>
                </a:solidFill>
                <a:latin typeface="Segoe UI" pitchFamily="34" charset="0"/>
                <a:ea typeface="Segoe UI" pitchFamily="34" charset="-122"/>
                <a:cs typeface="Segoe UI" pitchFamily="34" charset="-120"/>
              </a:rPr>
              <a:t>Mengacu pada UU Nomor 27 Tahun 2022 tentang Pelindungan Data Pribadi</a:t>
            </a:r>
            <a:endParaRPr lang="en-US" sz="1600" dirty="0"/>
          </a:p>
        </p:txBody>
      </p:sp>
      <p:pic>
        <p:nvPicPr>
          <p:cNvPr id="22" name="ikon-butir-168" descr="Penanda butir">    </p:cNvPr>
          <p:cNvPicPr>
            <a:picLocks noChangeAspect="1"/>
          </p:cNvPicPr>
          <p:nvPr/>
        </p:nvPicPr>
        <p:blipFill>
          <a:blip r:embed="rId8"/>
          <a:stretch>
            <a:fillRect/>
          </a:stretch>
        </p:blipFill>
        <p:spPr>
          <a:xfrm>
            <a:off x="6656832" y="3818128"/>
            <a:ext cx="237744" cy="237744"/>
          </a:xfrm>
          <a:prstGeom prst="rect">
            <a:avLst/>
          </a:prstGeom>
        </p:spPr>
      </p:pic>
      <p:sp>
        <p:nvSpPr>
          <p:cNvPr id="23" name="butir-169"/>
          <p:cNvSpPr txBox="1"/>
          <p:nvPr/>
        </p:nvSpPr>
        <p:spPr>
          <a:xfrm>
            <a:off x="7040880" y="3781552"/>
            <a:ext cx="4233672" cy="581152"/>
          </a:xfrm>
          <a:prstGeom prst="rect">
            <a:avLst/>
          </a:prstGeom>
          <a:noFill/>
          <a:ln/>
        </p:spPr>
        <p:txBody>
          <a:bodyPr wrap="square" lIns="0" tIns="0" rIns="0" bIns="0" rtlCol="0" anchor="t"/>
          <a:lstStyle/>
          <a:p>
            <a:pPr indent="0" marL="0">
              <a:buNone/>
            </a:pPr>
            <a:r>
              <a:rPr lang="en-US" sz="1600" dirty="0">
                <a:solidFill>
                  <a:srgbClr val="E8F0E6"/>
                </a:solidFill>
                <a:latin typeface="Segoe UI" pitchFamily="34" charset="0"/>
                <a:ea typeface="Segoe UI" pitchFamily="34" charset="-122"/>
                <a:cs typeface="Segoe UI" pitchFamily="34" charset="-120"/>
              </a:rPr>
              <a:t>Tanpa NIK dan tanpa iklan; data pribadi tidak dijual</a:t>
            </a:r>
            <a:endParaRPr lang="en-US" sz="1600" dirty="0"/>
          </a:p>
        </p:txBody>
      </p:sp>
      <p:pic>
        <p:nvPicPr>
          <p:cNvPr id="24" name="ikon-butir-170" descr="Penanda butir">    </p:cNvPr>
          <p:cNvPicPr>
            <a:picLocks noChangeAspect="1"/>
          </p:cNvPicPr>
          <p:nvPr/>
        </p:nvPicPr>
        <p:blipFill>
          <a:blip r:embed="rId9"/>
          <a:stretch>
            <a:fillRect/>
          </a:stretch>
        </p:blipFill>
        <p:spPr>
          <a:xfrm>
            <a:off x="6656832" y="4582160"/>
            <a:ext cx="237744" cy="237744"/>
          </a:xfrm>
          <a:prstGeom prst="rect">
            <a:avLst/>
          </a:prstGeom>
        </p:spPr>
      </p:pic>
      <p:sp>
        <p:nvSpPr>
          <p:cNvPr id="25" name="butir-171"/>
          <p:cNvSpPr txBox="1"/>
          <p:nvPr/>
        </p:nvSpPr>
        <p:spPr>
          <a:xfrm>
            <a:off x="7040880" y="4545584"/>
            <a:ext cx="4233672" cy="581152"/>
          </a:xfrm>
          <a:prstGeom prst="rect">
            <a:avLst/>
          </a:prstGeom>
          <a:noFill/>
          <a:ln/>
        </p:spPr>
        <p:txBody>
          <a:bodyPr wrap="square" lIns="0" tIns="0" rIns="0" bIns="0" rtlCol="0" anchor="t"/>
          <a:lstStyle/>
          <a:p>
            <a:pPr indent="0" marL="0">
              <a:buNone/>
            </a:pPr>
            <a:r>
              <a:rPr lang="en-US" sz="1600" dirty="0">
                <a:solidFill>
                  <a:srgbClr val="E8F0E6"/>
                </a:solidFill>
                <a:latin typeface="Segoe UI" pitchFamily="34" charset="0"/>
                <a:ea typeface="Segoe UI" pitchFamily="34" charset="-122"/>
                <a:cs typeface="Segoe UI" pitchFamily="34" charset="-120"/>
              </a:rPr>
              <a:t>Izin pengurus sesuai tugas, dan tindakan penting tercatat dalam jejak audit</a:t>
            </a:r>
            <a:endParaRPr lang="en-US" sz="1600" dirty="0"/>
          </a:p>
        </p:txBody>
      </p:sp>
      <p:pic>
        <p:nvPicPr>
          <p:cNvPr id="26" name="ikon-butir-172" descr="Penanda butir">    </p:cNvPr>
          <p:cNvPicPr>
            <a:picLocks noChangeAspect="1"/>
          </p:cNvPicPr>
          <p:nvPr/>
        </p:nvPicPr>
        <p:blipFill>
          <a:blip r:embed="rId10"/>
          <a:stretch>
            <a:fillRect/>
          </a:stretch>
        </p:blipFill>
        <p:spPr>
          <a:xfrm>
            <a:off x="6656832" y="5346192"/>
            <a:ext cx="237744" cy="237744"/>
          </a:xfrm>
          <a:prstGeom prst="rect">
            <a:avLst/>
          </a:prstGeom>
        </p:spPr>
      </p:pic>
      <p:sp>
        <p:nvSpPr>
          <p:cNvPr id="27" name="butir-173"/>
          <p:cNvSpPr txBox="1"/>
          <p:nvPr/>
        </p:nvSpPr>
        <p:spPr>
          <a:xfrm>
            <a:off x="7040880" y="5309616"/>
            <a:ext cx="4233672" cy="581152"/>
          </a:xfrm>
          <a:prstGeom prst="rect">
            <a:avLst/>
          </a:prstGeom>
          <a:noFill/>
          <a:ln/>
        </p:spPr>
        <p:txBody>
          <a:bodyPr wrap="square" lIns="0" tIns="0" rIns="0" bIns="0" rtlCol="0" anchor="t"/>
          <a:lstStyle/>
          <a:p>
            <a:pPr indent="0" marL="0">
              <a:buNone/>
            </a:pPr>
            <a:r>
              <a:rPr lang="en-US" sz="1600" dirty="0">
                <a:solidFill>
                  <a:srgbClr val="E8F0E6"/>
                </a:solidFill>
                <a:latin typeface="Segoe UI" pitchFamily="34" charset="0"/>
                <a:ea typeface="Segoe UI" pitchFamily="34" charset="-122"/>
                <a:cs typeface="Segoe UI" pitchFamily="34" charset="-120"/>
              </a:rPr>
              <a:t>Akun dapat dihapus kapan saja, selesai paling lambat 7 hari kalender</a:t>
            </a:r>
            <a:endParaRPr lang="en-US" sz="16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A4B17"/>
                </a:solidFill>
                <a:latin typeface="Segoe UI Semibold"/>
                <a:ea typeface="Segoe UI Semibold"/>
                <a:cs typeface="Segoe UI Semibold"/>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nomor-bagian"/>
          <p:cNvSpPr txBox="1"/>
          <p:nvPr/>
        </p:nvSpPr>
        <p:spPr>
          <a:xfrm>
            <a:off x="475488" y="777240"/>
            <a:ext cx="4572000" cy="1920240"/>
          </a:xfrm>
          <a:prstGeom prst="rect">
            <a:avLst/>
          </a:prstGeom>
          <a:noFill/>
          <a:ln/>
        </p:spPr>
        <p:txBody>
          <a:bodyPr wrap="square" lIns="0" tIns="0" rIns="0" bIns="0" rtlCol="0" anchor="b"/>
          <a:lstStyle/>
          <a:p>
            <a:pPr indent="0" marL="0">
              <a:buNone/>
            </a:pPr>
            <a:r>
              <a:rPr lang="en-US" sz="12000" dirty="0">
                <a:solidFill>
                  <a:srgbClr val="E6D312"/>
                </a:solidFill>
                <a:latin typeface="Segoe UI Black" pitchFamily="34" charset="0"/>
                <a:ea typeface="Segoe UI Black" pitchFamily="34" charset="-122"/>
                <a:cs typeface="Segoe UI Black" pitchFamily="34" charset="-120"/>
              </a:rPr>
              <a:t>02</a:t>
            </a:r>
            <a:endParaRPr lang="en-US" sz="12000" dirty="0"/>
          </a:p>
        </p:txBody>
      </p:sp>
      <p:sp>
        <p:nvSpPr>
          <p:cNvPr id="4" name="Text 0"/>
          <p:cNvSpPr/>
          <p:nvPr>
            <p:ph idx="100" type="title" hasCustomPrompt="1"/>
          </p:nvPr>
        </p:nvSpPr>
        <p:spPr>
          <a:xfrm>
            <a:off x="548640" y="2880360"/>
            <a:ext cx="10515600" cy="1051560"/>
          </a:xfrm>
          <a:prstGeom prst="rect">
            <a:avLst/>
          </a:prstGeom>
          <a:noFill/>
          <a:ln/>
        </p:spPr>
        <p:txBody>
          <a:bodyPr wrap="square" lIns="0" tIns="0" rIns="0" bIns="0" rtlCol="0" anchor="t"/>
          <a:lstStyle/>
          <a:p>
            <a:pPr algn="l" indent="0" marL="0">
              <a:buNone/>
            </a:pPr>
            <a:r>
              <a:rPr lang="en-US" sz="4400" dirty="0">
                <a:solidFill>
                  <a:srgbClr val="FFFFFF"/>
                </a:solidFill>
                <a:latin typeface="Segoe UI Semibold" pitchFamily="34" charset="0"/>
                <a:ea typeface="Segoe UI Semibold" pitchFamily="34" charset="-122"/>
                <a:cs typeface="Segoe UI Semibold" pitchFamily="34" charset="-120"/>
              </a:rPr>
              <a:t>Mari Bergabung Hari Ini</a:t>
            </a:r>
            <a:endParaRPr lang="en-US" sz="4400" dirty="0"/>
          </a:p>
        </p:txBody>
      </p:sp>
      <p:sp>
        <p:nvSpPr>
          <p:cNvPr id="5" name="Text 0"/>
          <p:cNvSpPr/>
          <p:nvPr>
            <p:ph idx="101" type="body" hasCustomPrompt="1"/>
          </p:nvPr>
        </p:nvSpPr>
        <p:spPr>
          <a:xfrm>
            <a:off x="548640" y="4023360"/>
            <a:ext cx="9144000" cy="1097280"/>
          </a:xfrm>
          <a:prstGeom prst="rect">
            <a:avLst/>
          </a:prstGeom>
          <a:noFill/>
          <a:ln/>
        </p:spPr>
        <p:txBody>
          <a:bodyPr wrap="square" lIns="0" tIns="0" rIns="0" bIns="0" rtlCol="0" anchor="t"/>
          <a:lstStyle/>
          <a:p>
            <a:pPr algn="l" indent="0" marL="0">
              <a:buNone/>
            </a:pPr>
            <a:r>
              <a:rPr lang="en-US" sz="2000" dirty="0">
                <a:solidFill>
                  <a:srgbClr val="DCE6DA"/>
                </a:solidFill>
                <a:latin typeface="Segoe UI" pitchFamily="34" charset="0"/>
                <a:ea typeface="Segoe UI" pitchFamily="34" charset="-122"/>
                <a:cs typeface="Segoe UI" pitchFamily="34" charset="-120"/>
              </a:rPr>
              <a:t>Lima langkah dari ponsel Anda menuju KTA digital yang aktif</a:t>
            </a:r>
            <a:endParaRPr lang="en-US" sz="2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ext 0"/>
          <p:cNvSpPr/>
          <p:nvPr>
            <p:ph idx="100" type="title" hasCustomPrompt="1"/>
          </p:nvPr>
        </p:nvSpPr>
        <p:spPr>
          <a:xfrm>
            <a:off x="548640" y="640080"/>
            <a:ext cx="10332720" cy="914400"/>
          </a:xfrm>
          <a:prstGeom prst="rect">
            <a:avLst/>
          </a:prstGeom>
          <a:noFill/>
          <a:ln/>
        </p:spPr>
        <p:txBody>
          <a:bodyPr wrap="square" lIns="0" tIns="0" rIns="0" bIns="0" rtlCol="0" anchor="t"/>
          <a:lstStyle/>
          <a:p>
            <a:pPr algn="l" indent="0" marL="0">
              <a:buNone/>
            </a:pPr>
            <a:r>
              <a:rPr lang="en-US" sz="2800" dirty="0">
                <a:solidFill>
                  <a:srgbClr val="143A12"/>
                </a:solidFill>
                <a:latin typeface="Segoe UI Semibold" pitchFamily="34" charset="0"/>
                <a:ea typeface="Segoe UI Semibold" pitchFamily="34" charset="-122"/>
                <a:cs typeface="Segoe UI Semibold" pitchFamily="34" charset="-120"/>
              </a:rPr>
              <a:t>Cara bergabung hari ini</a:t>
            </a:r>
            <a:endParaRPr lang="en-US" sz="2800" dirty="0"/>
          </a:p>
        </p:txBody>
      </p:sp>
      <p:sp>
        <p:nvSpPr>
          <p:cNvPr id="4" name="garis-alur"/>
          <p:cNvSpPr/>
          <p:nvPr/>
        </p:nvSpPr>
        <p:spPr>
          <a:xfrm>
            <a:off x="1657807" y="2628900"/>
            <a:ext cx="8873338" cy="0"/>
          </a:xfrm>
          <a:prstGeom prst="line">
            <a:avLst/>
          </a:prstGeom>
          <a:noFill/>
          <a:ln w="38100">
            <a:solidFill>
              <a:srgbClr val="E6D312"/>
            </a:solidFill>
            <a:prstDash val="solid"/>
          </a:ln>
        </p:spPr>
      </p:sp>
      <p:sp>
        <p:nvSpPr>
          <p:cNvPr id="5" name="lingkaran-langkah-174"/>
          <p:cNvSpPr/>
          <p:nvPr/>
        </p:nvSpPr>
        <p:spPr>
          <a:xfrm>
            <a:off x="1223467" y="2194560"/>
            <a:ext cx="868680" cy="868680"/>
          </a:xfrm>
          <a:prstGeom prst="ellipse">
            <a:avLst/>
          </a:prstGeom>
          <a:solidFill>
            <a:srgbClr val="1A4B17"/>
          </a:solidFill>
          <a:ln w="50800">
            <a:solidFill>
              <a:srgbClr val="FFFFFF"/>
            </a:solidFill>
            <a:prstDash val="solid"/>
          </a:ln>
        </p:spPr>
      </p:sp>
      <p:sp>
        <p:nvSpPr>
          <p:cNvPr id="6" name="nomor-langkah-175"/>
          <p:cNvSpPr txBox="1"/>
          <p:nvPr/>
        </p:nvSpPr>
        <p:spPr>
          <a:xfrm>
            <a:off x="1223467" y="2194560"/>
            <a:ext cx="868680" cy="868680"/>
          </a:xfrm>
          <a:prstGeom prst="rect">
            <a:avLst/>
          </a:prstGeom>
          <a:noFill/>
          <a:ln/>
        </p:spPr>
        <p:txBody>
          <a:bodyPr wrap="square" lIns="0" tIns="0" rIns="0" bIns="0" rtlCol="0" anchor="ctr"/>
          <a:lstStyle/>
          <a:p>
            <a:pPr algn="ctr" indent="0" marL="0">
              <a:buNone/>
            </a:pPr>
            <a:r>
              <a:rPr lang="en-US" sz="2600" dirty="0">
                <a:solidFill>
                  <a:srgbClr val="E6D312"/>
                </a:solidFill>
                <a:latin typeface="Segoe UI Black" pitchFamily="34" charset="0"/>
                <a:ea typeface="Segoe UI Black" pitchFamily="34" charset="-122"/>
                <a:cs typeface="Segoe UI Black" pitchFamily="34" charset="-120"/>
              </a:rPr>
              <a:t>1</a:t>
            </a:r>
            <a:endParaRPr lang="en-US" sz="2600" dirty="0"/>
          </a:p>
        </p:txBody>
      </p:sp>
      <p:sp>
        <p:nvSpPr>
          <p:cNvPr id="7" name="judul-langkah-176"/>
          <p:cNvSpPr txBox="1"/>
          <p:nvPr/>
        </p:nvSpPr>
        <p:spPr>
          <a:xfrm>
            <a:off x="685800" y="3337560"/>
            <a:ext cx="1944014" cy="335280"/>
          </a:xfrm>
          <a:prstGeom prst="rect">
            <a:avLst/>
          </a:prstGeom>
          <a:noFill/>
          <a:ln/>
        </p:spPr>
        <p:txBody>
          <a:bodyPr wrap="square" lIns="0" tIns="0" rIns="0" bIns="0" rtlCol="0" anchor="t"/>
          <a:lstStyle/>
          <a:p>
            <a:pPr algn="ctr" indent="0" marL="0">
              <a:buNone/>
            </a:pPr>
            <a:r>
              <a:rPr lang="en-US" sz="1900" dirty="0">
                <a:solidFill>
                  <a:srgbClr val="143A12"/>
                </a:solidFill>
                <a:latin typeface="Segoe UI Semibold" pitchFamily="34" charset="0"/>
                <a:ea typeface="Segoe UI Semibold" pitchFamily="34" charset="-122"/>
                <a:cs typeface="Segoe UI Semibold" pitchFamily="34" charset="-120"/>
              </a:rPr>
              <a:t>Pasang aplikasi</a:t>
            </a:r>
            <a:endParaRPr lang="en-US" sz="1900" dirty="0"/>
          </a:p>
        </p:txBody>
      </p:sp>
      <p:sp>
        <p:nvSpPr>
          <p:cNvPr id="8" name="teks-langkah-177"/>
          <p:cNvSpPr txBox="1"/>
          <p:nvPr/>
        </p:nvSpPr>
        <p:spPr>
          <a:xfrm>
            <a:off x="685800" y="3764280"/>
            <a:ext cx="1944014" cy="1737360"/>
          </a:xfrm>
          <a:prstGeom prst="rect">
            <a:avLst/>
          </a:prstGeom>
          <a:noFill/>
          <a:ln/>
        </p:spPr>
        <p:txBody>
          <a:bodyPr wrap="square" lIns="0" tIns="0" rIns="0" bIns="0" rtlCol="0" anchor="t"/>
          <a:lstStyle/>
          <a:p>
            <a:pPr algn="ctr" indent="0" marL="0">
              <a:buNone/>
            </a:pPr>
            <a:r>
              <a:rPr lang="en-US" sz="1400" dirty="0">
                <a:solidFill>
                  <a:srgbClr val="2E352D"/>
                </a:solidFill>
                <a:latin typeface="Segoe UI" pitchFamily="34" charset="0"/>
                <a:ea typeface="Segoe UI" pitchFamily="34" charset="-122"/>
                <a:cs typeface="Segoe UI" pitchFamily="34" charset="-120"/>
              </a:rPr>
              <a:t>Buka kapdh.or.id/unduh, lalu pasang aplikasi KAPDH dari tautan resmi di halaman itu.</a:t>
            </a:r>
            <a:endParaRPr lang="en-US" sz="1400" dirty="0"/>
          </a:p>
        </p:txBody>
      </p:sp>
      <p:sp>
        <p:nvSpPr>
          <p:cNvPr id="9" name="lingkaran-langkah-178"/>
          <p:cNvSpPr/>
          <p:nvPr/>
        </p:nvSpPr>
        <p:spPr>
          <a:xfrm>
            <a:off x="3441802" y="2194560"/>
            <a:ext cx="868680" cy="868680"/>
          </a:xfrm>
          <a:prstGeom prst="ellipse">
            <a:avLst/>
          </a:prstGeom>
          <a:solidFill>
            <a:srgbClr val="1A4B17"/>
          </a:solidFill>
          <a:ln w="50800">
            <a:solidFill>
              <a:srgbClr val="FFFFFF"/>
            </a:solidFill>
            <a:prstDash val="solid"/>
          </a:ln>
        </p:spPr>
      </p:sp>
      <p:sp>
        <p:nvSpPr>
          <p:cNvPr id="10" name="nomor-langkah-179"/>
          <p:cNvSpPr txBox="1"/>
          <p:nvPr/>
        </p:nvSpPr>
        <p:spPr>
          <a:xfrm>
            <a:off x="3441802" y="2194560"/>
            <a:ext cx="868680" cy="868680"/>
          </a:xfrm>
          <a:prstGeom prst="rect">
            <a:avLst/>
          </a:prstGeom>
          <a:noFill/>
          <a:ln/>
        </p:spPr>
        <p:txBody>
          <a:bodyPr wrap="square" lIns="0" tIns="0" rIns="0" bIns="0" rtlCol="0" anchor="ctr"/>
          <a:lstStyle/>
          <a:p>
            <a:pPr algn="ctr" indent="0" marL="0">
              <a:buNone/>
            </a:pPr>
            <a:r>
              <a:rPr lang="en-US" sz="2600" dirty="0">
                <a:solidFill>
                  <a:srgbClr val="E6D312"/>
                </a:solidFill>
                <a:latin typeface="Segoe UI Black" pitchFamily="34" charset="0"/>
                <a:ea typeface="Segoe UI Black" pitchFamily="34" charset="-122"/>
                <a:cs typeface="Segoe UI Black" pitchFamily="34" charset="-120"/>
              </a:rPr>
              <a:t>2</a:t>
            </a:r>
            <a:endParaRPr lang="en-US" sz="2600" dirty="0"/>
          </a:p>
        </p:txBody>
      </p:sp>
      <p:sp>
        <p:nvSpPr>
          <p:cNvPr id="11" name="judul-langkah-180"/>
          <p:cNvSpPr txBox="1"/>
          <p:nvPr/>
        </p:nvSpPr>
        <p:spPr>
          <a:xfrm>
            <a:off x="2904134" y="3337560"/>
            <a:ext cx="1944014" cy="335280"/>
          </a:xfrm>
          <a:prstGeom prst="rect">
            <a:avLst/>
          </a:prstGeom>
          <a:noFill/>
          <a:ln/>
        </p:spPr>
        <p:txBody>
          <a:bodyPr wrap="square" lIns="0" tIns="0" rIns="0" bIns="0" rtlCol="0" anchor="t"/>
          <a:lstStyle/>
          <a:p>
            <a:pPr algn="ctr" indent="0" marL="0">
              <a:buNone/>
            </a:pPr>
            <a:r>
              <a:rPr lang="en-US" sz="1900" dirty="0">
                <a:solidFill>
                  <a:srgbClr val="143A12"/>
                </a:solidFill>
                <a:latin typeface="Segoe UI Semibold" pitchFamily="34" charset="0"/>
                <a:ea typeface="Segoe UI Semibold" pitchFamily="34" charset="-122"/>
                <a:cs typeface="Segoe UI Semibold" pitchFamily="34" charset="-120"/>
              </a:rPr>
              <a:t>Daftar</a:t>
            </a:r>
            <a:endParaRPr lang="en-US" sz="1900" dirty="0"/>
          </a:p>
        </p:txBody>
      </p:sp>
      <p:sp>
        <p:nvSpPr>
          <p:cNvPr id="12" name="teks-langkah-181"/>
          <p:cNvSpPr txBox="1"/>
          <p:nvPr/>
        </p:nvSpPr>
        <p:spPr>
          <a:xfrm>
            <a:off x="2904134" y="3764280"/>
            <a:ext cx="1944014" cy="1737360"/>
          </a:xfrm>
          <a:prstGeom prst="rect">
            <a:avLst/>
          </a:prstGeom>
          <a:noFill/>
          <a:ln/>
        </p:spPr>
        <p:txBody>
          <a:bodyPr wrap="square" lIns="0" tIns="0" rIns="0" bIns="0" rtlCol="0" anchor="t"/>
          <a:lstStyle/>
          <a:p>
            <a:pPr algn="ctr" indent="0" marL="0">
              <a:buNone/>
            </a:pPr>
            <a:r>
              <a:rPr lang="en-US" sz="1400" dirty="0">
                <a:solidFill>
                  <a:srgbClr val="2E352D"/>
                </a:solidFill>
                <a:latin typeface="Segoe UI" pitchFamily="34" charset="0"/>
                <a:ea typeface="Segoe UI" pitchFamily="34" charset="-122"/>
                <a:cs typeface="Segoe UI" pitchFamily="34" charset="-120"/>
              </a:rPr>
              <a:t>Ketuk Daftar KAPDH Apps, isi data diri, angkatan, serta kelas masuk dan keluar.</a:t>
            </a:r>
            <a:endParaRPr lang="en-US" sz="1400" dirty="0"/>
          </a:p>
        </p:txBody>
      </p:sp>
      <p:sp>
        <p:nvSpPr>
          <p:cNvPr id="13" name="lingkaran-langkah-182"/>
          <p:cNvSpPr/>
          <p:nvPr/>
        </p:nvSpPr>
        <p:spPr>
          <a:xfrm>
            <a:off x="5660136" y="2194560"/>
            <a:ext cx="868680" cy="868680"/>
          </a:xfrm>
          <a:prstGeom prst="ellipse">
            <a:avLst/>
          </a:prstGeom>
          <a:solidFill>
            <a:srgbClr val="1A4B17"/>
          </a:solidFill>
          <a:ln w="50800">
            <a:solidFill>
              <a:srgbClr val="FFFFFF"/>
            </a:solidFill>
            <a:prstDash val="solid"/>
          </a:ln>
        </p:spPr>
      </p:sp>
      <p:sp>
        <p:nvSpPr>
          <p:cNvPr id="14" name="nomor-langkah-183"/>
          <p:cNvSpPr txBox="1"/>
          <p:nvPr/>
        </p:nvSpPr>
        <p:spPr>
          <a:xfrm>
            <a:off x="5660136" y="2194560"/>
            <a:ext cx="868680" cy="868680"/>
          </a:xfrm>
          <a:prstGeom prst="rect">
            <a:avLst/>
          </a:prstGeom>
          <a:noFill/>
          <a:ln/>
        </p:spPr>
        <p:txBody>
          <a:bodyPr wrap="square" lIns="0" tIns="0" rIns="0" bIns="0" rtlCol="0" anchor="ctr"/>
          <a:lstStyle/>
          <a:p>
            <a:pPr algn="ctr" indent="0" marL="0">
              <a:buNone/>
            </a:pPr>
            <a:r>
              <a:rPr lang="en-US" sz="2600" dirty="0">
                <a:solidFill>
                  <a:srgbClr val="E6D312"/>
                </a:solidFill>
                <a:latin typeface="Segoe UI Black" pitchFamily="34" charset="0"/>
                <a:ea typeface="Segoe UI Black" pitchFamily="34" charset="-122"/>
                <a:cs typeface="Segoe UI Black" pitchFamily="34" charset="-120"/>
              </a:rPr>
              <a:t>3</a:t>
            </a:r>
            <a:endParaRPr lang="en-US" sz="2600" dirty="0"/>
          </a:p>
        </p:txBody>
      </p:sp>
      <p:sp>
        <p:nvSpPr>
          <p:cNvPr id="15" name="judul-langkah-184"/>
          <p:cNvSpPr txBox="1"/>
          <p:nvPr/>
        </p:nvSpPr>
        <p:spPr>
          <a:xfrm>
            <a:off x="5122469" y="3337560"/>
            <a:ext cx="1944014" cy="335280"/>
          </a:xfrm>
          <a:prstGeom prst="rect">
            <a:avLst/>
          </a:prstGeom>
          <a:noFill/>
          <a:ln/>
        </p:spPr>
        <p:txBody>
          <a:bodyPr wrap="square" lIns="0" tIns="0" rIns="0" bIns="0" rtlCol="0" anchor="t"/>
          <a:lstStyle/>
          <a:p>
            <a:pPr algn="ctr" indent="0" marL="0">
              <a:buNone/>
            </a:pPr>
            <a:r>
              <a:rPr lang="en-US" sz="1900" dirty="0">
                <a:solidFill>
                  <a:srgbClr val="143A12"/>
                </a:solidFill>
                <a:latin typeface="Segoe UI Semibold" pitchFamily="34" charset="0"/>
                <a:ea typeface="Segoe UI Semibold" pitchFamily="34" charset="-122"/>
                <a:cs typeface="Segoe UI Semibold" pitchFamily="34" charset="-120"/>
              </a:rPr>
              <a:t>Verifikasi email</a:t>
            </a:r>
            <a:endParaRPr lang="en-US" sz="1900" dirty="0"/>
          </a:p>
        </p:txBody>
      </p:sp>
      <p:sp>
        <p:nvSpPr>
          <p:cNvPr id="16" name="teks-langkah-185"/>
          <p:cNvSpPr txBox="1"/>
          <p:nvPr/>
        </p:nvSpPr>
        <p:spPr>
          <a:xfrm>
            <a:off x="5122469" y="3764280"/>
            <a:ext cx="1944014" cy="1737360"/>
          </a:xfrm>
          <a:prstGeom prst="rect">
            <a:avLst/>
          </a:prstGeom>
          <a:noFill/>
          <a:ln/>
        </p:spPr>
        <p:txBody>
          <a:bodyPr wrap="square" lIns="0" tIns="0" rIns="0" bIns="0" rtlCol="0" anchor="t"/>
          <a:lstStyle/>
          <a:p>
            <a:pPr algn="ctr" indent="0" marL="0">
              <a:buNone/>
            </a:pPr>
            <a:r>
              <a:rPr lang="en-US" sz="1400" dirty="0">
                <a:solidFill>
                  <a:srgbClr val="2E352D"/>
                </a:solidFill>
                <a:latin typeface="Segoe UI" pitchFamily="34" charset="0"/>
                <a:ea typeface="Segoe UI" pitchFamily="34" charset="-122"/>
                <a:cs typeface="Segoe UI" pitchFamily="34" charset="-120"/>
              </a:rPr>
              <a:t>Setujui Kebijakan Privasi dan Ketentuan Layanan, lalu masukkan kode 6 digit dari email.</a:t>
            </a:r>
            <a:endParaRPr lang="en-US" sz="1400" dirty="0"/>
          </a:p>
        </p:txBody>
      </p:sp>
      <p:sp>
        <p:nvSpPr>
          <p:cNvPr id="17" name="lingkaran-langkah-186"/>
          <p:cNvSpPr/>
          <p:nvPr/>
        </p:nvSpPr>
        <p:spPr>
          <a:xfrm>
            <a:off x="7878470" y="2194560"/>
            <a:ext cx="868680" cy="868680"/>
          </a:xfrm>
          <a:prstGeom prst="ellipse">
            <a:avLst/>
          </a:prstGeom>
          <a:solidFill>
            <a:srgbClr val="1A4B17"/>
          </a:solidFill>
          <a:ln w="50800">
            <a:solidFill>
              <a:srgbClr val="FFFFFF"/>
            </a:solidFill>
            <a:prstDash val="solid"/>
          </a:ln>
        </p:spPr>
      </p:sp>
      <p:sp>
        <p:nvSpPr>
          <p:cNvPr id="18" name="nomor-langkah-187"/>
          <p:cNvSpPr txBox="1"/>
          <p:nvPr/>
        </p:nvSpPr>
        <p:spPr>
          <a:xfrm>
            <a:off x="7878470" y="2194560"/>
            <a:ext cx="868680" cy="868680"/>
          </a:xfrm>
          <a:prstGeom prst="rect">
            <a:avLst/>
          </a:prstGeom>
          <a:noFill/>
          <a:ln/>
        </p:spPr>
        <p:txBody>
          <a:bodyPr wrap="square" lIns="0" tIns="0" rIns="0" bIns="0" rtlCol="0" anchor="ctr"/>
          <a:lstStyle/>
          <a:p>
            <a:pPr algn="ctr" indent="0" marL="0">
              <a:buNone/>
            </a:pPr>
            <a:r>
              <a:rPr lang="en-US" sz="2600" dirty="0">
                <a:solidFill>
                  <a:srgbClr val="E6D312"/>
                </a:solidFill>
                <a:latin typeface="Segoe UI Black" pitchFamily="34" charset="0"/>
                <a:ea typeface="Segoe UI Black" pitchFamily="34" charset="-122"/>
                <a:cs typeface="Segoe UI Black" pitchFamily="34" charset="-120"/>
              </a:rPr>
              <a:t>4</a:t>
            </a:r>
            <a:endParaRPr lang="en-US" sz="2600" dirty="0"/>
          </a:p>
        </p:txBody>
      </p:sp>
      <p:sp>
        <p:nvSpPr>
          <p:cNvPr id="19" name="judul-langkah-188"/>
          <p:cNvSpPr txBox="1"/>
          <p:nvPr/>
        </p:nvSpPr>
        <p:spPr>
          <a:xfrm>
            <a:off x="7340803" y="3337560"/>
            <a:ext cx="1944014" cy="335280"/>
          </a:xfrm>
          <a:prstGeom prst="rect">
            <a:avLst/>
          </a:prstGeom>
          <a:noFill/>
          <a:ln/>
        </p:spPr>
        <p:txBody>
          <a:bodyPr wrap="square" lIns="0" tIns="0" rIns="0" bIns="0" rtlCol="0" anchor="t"/>
          <a:lstStyle/>
          <a:p>
            <a:pPr algn="ctr" indent="0" marL="0">
              <a:buNone/>
            </a:pPr>
            <a:r>
              <a:rPr lang="en-US" sz="1900" dirty="0">
                <a:solidFill>
                  <a:srgbClr val="143A12"/>
                </a:solidFill>
                <a:latin typeface="Segoe UI Semibold" pitchFamily="34" charset="0"/>
                <a:ea typeface="Segoe UI Semibold" pitchFamily="34" charset="-122"/>
                <a:cs typeface="Segoe UI Semibold" pitchFamily="34" charset="-120"/>
              </a:rPr>
              <a:t>Tunaikan iuran</a:t>
            </a:r>
            <a:endParaRPr lang="en-US" sz="1900" dirty="0"/>
          </a:p>
        </p:txBody>
      </p:sp>
      <p:sp>
        <p:nvSpPr>
          <p:cNvPr id="20" name="teks-langkah-189"/>
          <p:cNvSpPr txBox="1"/>
          <p:nvPr/>
        </p:nvSpPr>
        <p:spPr>
          <a:xfrm>
            <a:off x="7340803" y="3764280"/>
            <a:ext cx="1944014" cy="1737360"/>
          </a:xfrm>
          <a:prstGeom prst="rect">
            <a:avLst/>
          </a:prstGeom>
          <a:noFill/>
          <a:ln/>
        </p:spPr>
        <p:txBody>
          <a:bodyPr wrap="square" lIns="0" tIns="0" rIns="0" bIns="0" rtlCol="0" anchor="t"/>
          <a:lstStyle/>
          <a:p>
            <a:pPr algn="ctr" indent="0" marL="0">
              <a:buNone/>
            </a:pPr>
            <a:r>
              <a:rPr lang="en-US" sz="1400" dirty="0">
                <a:solidFill>
                  <a:srgbClr val="2E352D"/>
                </a:solidFill>
                <a:latin typeface="Segoe UI" pitchFamily="34" charset="0"/>
                <a:ea typeface="Segoe UI" pitchFamily="34" charset="-122"/>
                <a:cs typeface="Segoe UI" pitchFamily="34" charset="-120"/>
              </a:rPr>
              <a:t>Bayar ke tujuan resmi yang tampil di aplikasi, lalu unggah bukti pembayaran.</a:t>
            </a:r>
            <a:endParaRPr lang="en-US" sz="1400" dirty="0"/>
          </a:p>
        </p:txBody>
      </p:sp>
      <p:sp>
        <p:nvSpPr>
          <p:cNvPr id="21" name="lingkaran-langkah-190"/>
          <p:cNvSpPr/>
          <p:nvPr/>
        </p:nvSpPr>
        <p:spPr>
          <a:xfrm>
            <a:off x="10096805" y="2194560"/>
            <a:ext cx="868680" cy="868680"/>
          </a:xfrm>
          <a:prstGeom prst="ellipse">
            <a:avLst/>
          </a:prstGeom>
          <a:solidFill>
            <a:srgbClr val="1A4B17"/>
          </a:solidFill>
          <a:ln w="50800">
            <a:solidFill>
              <a:srgbClr val="FFFFFF"/>
            </a:solidFill>
            <a:prstDash val="solid"/>
          </a:ln>
        </p:spPr>
      </p:sp>
      <p:sp>
        <p:nvSpPr>
          <p:cNvPr id="22" name="nomor-langkah-191"/>
          <p:cNvSpPr txBox="1"/>
          <p:nvPr/>
        </p:nvSpPr>
        <p:spPr>
          <a:xfrm>
            <a:off x="10096805" y="2194560"/>
            <a:ext cx="868680" cy="868680"/>
          </a:xfrm>
          <a:prstGeom prst="rect">
            <a:avLst/>
          </a:prstGeom>
          <a:noFill/>
          <a:ln/>
        </p:spPr>
        <p:txBody>
          <a:bodyPr wrap="square" lIns="0" tIns="0" rIns="0" bIns="0" rtlCol="0" anchor="ctr"/>
          <a:lstStyle/>
          <a:p>
            <a:pPr algn="ctr" indent="0" marL="0">
              <a:buNone/>
            </a:pPr>
            <a:r>
              <a:rPr lang="en-US" sz="2600" dirty="0">
                <a:solidFill>
                  <a:srgbClr val="E6D312"/>
                </a:solidFill>
                <a:latin typeface="Segoe UI Black" pitchFamily="34" charset="0"/>
                <a:ea typeface="Segoe UI Black" pitchFamily="34" charset="-122"/>
                <a:cs typeface="Segoe UI Black" pitchFamily="34" charset="-120"/>
              </a:rPr>
              <a:t>5</a:t>
            </a:r>
            <a:endParaRPr lang="en-US" sz="2600" dirty="0"/>
          </a:p>
        </p:txBody>
      </p:sp>
      <p:sp>
        <p:nvSpPr>
          <p:cNvPr id="23" name="judul-langkah-192"/>
          <p:cNvSpPr txBox="1"/>
          <p:nvPr/>
        </p:nvSpPr>
        <p:spPr>
          <a:xfrm>
            <a:off x="9559138" y="3337560"/>
            <a:ext cx="1944014" cy="335280"/>
          </a:xfrm>
          <a:prstGeom prst="rect">
            <a:avLst/>
          </a:prstGeom>
          <a:noFill/>
          <a:ln/>
        </p:spPr>
        <p:txBody>
          <a:bodyPr wrap="square" lIns="0" tIns="0" rIns="0" bIns="0" rtlCol="0" anchor="t"/>
          <a:lstStyle/>
          <a:p>
            <a:pPr algn="ctr" indent="0" marL="0">
              <a:buNone/>
            </a:pPr>
            <a:r>
              <a:rPr lang="en-US" sz="1900" dirty="0">
                <a:solidFill>
                  <a:srgbClr val="143A12"/>
                </a:solidFill>
                <a:latin typeface="Segoe UI Semibold" pitchFamily="34" charset="0"/>
                <a:ea typeface="Segoe UI Semibold" pitchFamily="34" charset="-122"/>
                <a:cs typeface="Segoe UI Semibold" pitchFamily="34" charset="-120"/>
              </a:rPr>
              <a:t>KTA aktif</a:t>
            </a:r>
            <a:endParaRPr lang="en-US" sz="1900" dirty="0"/>
          </a:p>
        </p:txBody>
      </p:sp>
      <p:sp>
        <p:nvSpPr>
          <p:cNvPr id="24" name="teks-langkah-193"/>
          <p:cNvSpPr txBox="1"/>
          <p:nvPr/>
        </p:nvSpPr>
        <p:spPr>
          <a:xfrm>
            <a:off x="9559138" y="3764280"/>
            <a:ext cx="1944014" cy="1737360"/>
          </a:xfrm>
          <a:prstGeom prst="rect">
            <a:avLst/>
          </a:prstGeom>
          <a:noFill/>
          <a:ln/>
        </p:spPr>
        <p:txBody>
          <a:bodyPr wrap="square" lIns="0" tIns="0" rIns="0" bIns="0" rtlCol="0" anchor="t"/>
          <a:lstStyle/>
          <a:p>
            <a:pPr algn="ctr" indent="0" marL="0">
              <a:buNone/>
            </a:pPr>
            <a:r>
              <a:rPr lang="en-US" sz="1400" dirty="0">
                <a:solidFill>
                  <a:srgbClr val="2E352D"/>
                </a:solidFill>
                <a:latin typeface="Segoe UI" pitchFamily="34" charset="0"/>
                <a:ea typeface="Segoe UI" pitchFamily="34" charset="-122"/>
                <a:cs typeface="Segoe UI" pitchFamily="34" charset="-120"/>
              </a:rPr>
              <a:t>Setelah pengurus memverifikasi iuran, KTA digital Anda aktif selama 12 bulan.</a:t>
            </a:r>
            <a:endParaRPr lang="en-US" sz="14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A4B17"/>
                </a:solidFill>
                <a:latin typeface="Segoe UI Semibold"/>
                <a:ea typeface="Segoe UI Semibold"/>
                <a:cs typeface="Segoe UI Semibold"/>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ext 0"/>
          <p:cNvSpPr/>
          <p:nvPr>
            <p:ph idx="100" type="title" hasCustomPrompt="1"/>
          </p:nvPr>
        </p:nvSpPr>
        <p:spPr>
          <a:xfrm>
            <a:off x="548640" y="640080"/>
            <a:ext cx="10332720" cy="914400"/>
          </a:xfrm>
          <a:prstGeom prst="rect">
            <a:avLst/>
          </a:prstGeom>
          <a:noFill/>
          <a:ln/>
        </p:spPr>
        <p:txBody>
          <a:bodyPr wrap="square" lIns="0" tIns="0" rIns="0" bIns="0" rtlCol="0" anchor="t"/>
          <a:lstStyle/>
          <a:p>
            <a:pPr algn="l" indent="0" marL="0">
              <a:buNone/>
            </a:pPr>
            <a:r>
              <a:rPr lang="en-US" sz="2800" dirty="0">
                <a:solidFill>
                  <a:srgbClr val="143A12"/>
                </a:solidFill>
                <a:latin typeface="Segoe UI Semibold" pitchFamily="34" charset="0"/>
                <a:ea typeface="Segoe UI Semibold" pitchFamily="34" charset="-122"/>
                <a:cs typeface="Segoe UI Semibold" pitchFamily="34" charset="-120"/>
              </a:rPr>
              <a:t>Agenda silaturahmi setelah peluncuran</a:t>
            </a:r>
            <a:endParaRPr lang="en-US" sz="2800" dirty="0"/>
          </a:p>
        </p:txBody>
      </p:sp>
      <p:sp>
        <p:nvSpPr>
          <p:cNvPr id="4" name="garis-waktu"/>
          <p:cNvSpPr/>
          <p:nvPr/>
        </p:nvSpPr>
        <p:spPr>
          <a:xfrm>
            <a:off x="548640" y="2788920"/>
            <a:ext cx="11091672" cy="0"/>
          </a:xfrm>
          <a:prstGeom prst="line">
            <a:avLst/>
          </a:prstGeom>
          <a:noFill/>
          <a:ln w="50800">
            <a:solidFill>
              <a:srgbClr val="B9D1B4"/>
            </a:solidFill>
            <a:prstDash val="solid"/>
          </a:ln>
        </p:spPr>
      </p:sp>
      <p:sp>
        <p:nvSpPr>
          <p:cNvPr id="5" name="pil-tanggal-194"/>
          <p:cNvSpPr/>
          <p:nvPr/>
        </p:nvSpPr>
        <p:spPr>
          <a:xfrm>
            <a:off x="685800" y="1874520"/>
            <a:ext cx="2286000" cy="457200"/>
          </a:xfrm>
          <a:prstGeom prst="roundRect">
            <a:avLst>
              <a:gd name="adj" fmla="val 50000"/>
            </a:avLst>
          </a:prstGeom>
          <a:solidFill>
            <a:srgbClr val="1A4B17"/>
          </a:solidFill>
          <a:ln/>
        </p:spPr>
      </p:sp>
      <p:sp>
        <p:nvSpPr>
          <p:cNvPr id="6" name="tanggal-195"/>
          <p:cNvSpPr txBox="1"/>
          <p:nvPr/>
        </p:nvSpPr>
        <p:spPr>
          <a:xfrm>
            <a:off x="685800" y="1874520"/>
            <a:ext cx="2286000" cy="457200"/>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Hari ini</a:t>
            </a:r>
            <a:endParaRPr lang="en-US" sz="1400" dirty="0"/>
          </a:p>
        </p:txBody>
      </p:sp>
      <p:sp>
        <p:nvSpPr>
          <p:cNvPr id="7" name="simpul-196"/>
          <p:cNvSpPr/>
          <p:nvPr/>
        </p:nvSpPr>
        <p:spPr>
          <a:xfrm>
            <a:off x="685800" y="2633472"/>
            <a:ext cx="310896" cy="310896"/>
          </a:xfrm>
          <a:prstGeom prst="ellipse">
            <a:avLst/>
          </a:prstGeom>
          <a:solidFill>
            <a:srgbClr val="E6D312"/>
          </a:solidFill>
          <a:ln w="38100">
            <a:solidFill>
              <a:srgbClr val="1A4B17"/>
            </a:solidFill>
            <a:prstDash val="solid"/>
          </a:ln>
        </p:spPr>
      </p:sp>
      <p:sp>
        <p:nvSpPr>
          <p:cNvPr id="8" name="judul-waktu-197"/>
          <p:cNvSpPr txBox="1"/>
          <p:nvPr/>
        </p:nvSpPr>
        <p:spPr>
          <a:xfrm>
            <a:off x="685800" y="3200400"/>
            <a:ext cx="3285744" cy="624840"/>
          </a:xfrm>
          <a:prstGeom prst="rect">
            <a:avLst/>
          </a:prstGeom>
          <a:noFill/>
          <a:ln/>
        </p:spPr>
        <p:txBody>
          <a:bodyPr wrap="square" lIns="0" tIns="0" rIns="0" bIns="0" rtlCol="0" anchor="t"/>
          <a:lstStyle/>
          <a:p>
            <a:pPr indent="0" marL="0">
              <a:buNone/>
            </a:pPr>
            <a:r>
              <a:rPr lang="en-US" sz="1900" dirty="0">
                <a:solidFill>
                  <a:srgbClr val="143A12"/>
                </a:solidFill>
                <a:latin typeface="Segoe UI Semibold" pitchFamily="34" charset="0"/>
                <a:ea typeface="Segoe UI Semibold" pitchFamily="34" charset="-122"/>
                <a:cs typeface="Segoe UI Semibold" pitchFamily="34" charset="-120"/>
              </a:rPr>
              <a:t>Peluncuran dan Silaturahmi Alumni</a:t>
            </a:r>
            <a:endParaRPr lang="en-US" sz="1900" dirty="0"/>
          </a:p>
        </p:txBody>
      </p:sp>
      <p:sp>
        <p:nvSpPr>
          <p:cNvPr id="9" name="teks-waktu-198"/>
          <p:cNvSpPr txBox="1"/>
          <p:nvPr/>
        </p:nvSpPr>
        <p:spPr>
          <a:xfrm>
            <a:off x="685800" y="3944112"/>
            <a:ext cx="3285744" cy="2011680"/>
          </a:xfrm>
          <a:prstGeom prst="rect">
            <a:avLst/>
          </a:prstGeom>
          <a:noFill/>
          <a:ln/>
        </p:spPr>
        <p:txBody>
          <a:bodyPr wrap="square" lIns="0" tIns="0" rIns="0" bIns="0" rtlCol="0" anchor="t"/>
          <a:lstStyle/>
          <a:p>
            <a:pPr indent="0" marL="0">
              <a:buNone/>
            </a:pPr>
            <a:r>
              <a:rPr lang="en-US" sz="1500" dirty="0">
                <a:solidFill>
                  <a:srgbClr val="2E352D"/>
                </a:solidFill>
                <a:latin typeface="Segoe UI" pitchFamily="34" charset="0"/>
                <a:ea typeface="Segoe UI" pitchFamily="34" charset="-122"/>
                <a:cs typeface="Segoe UI" pitchFamily="34" charset="-120"/>
              </a:rPr>
              <a:t>Pertemuan daring lintas angkatan: pengenalan KAPDH Apps, tanya jawab, dan doa.</a:t>
            </a:r>
            <a:endParaRPr lang="en-US" sz="1500" dirty="0"/>
          </a:p>
        </p:txBody>
      </p:sp>
      <p:sp>
        <p:nvSpPr>
          <p:cNvPr id="10" name="pil-tanggal-199"/>
          <p:cNvSpPr/>
          <p:nvPr/>
        </p:nvSpPr>
        <p:spPr>
          <a:xfrm>
            <a:off x="4383024" y="1874520"/>
            <a:ext cx="2286000" cy="457200"/>
          </a:xfrm>
          <a:prstGeom prst="roundRect">
            <a:avLst>
              <a:gd name="adj" fmla="val 50000"/>
            </a:avLst>
          </a:prstGeom>
          <a:solidFill>
            <a:srgbClr val="1A4B17"/>
          </a:solidFill>
          <a:ln/>
        </p:spPr>
      </p:sp>
      <p:sp>
        <p:nvSpPr>
          <p:cNvPr id="11" name="tanggal-200"/>
          <p:cNvSpPr txBox="1"/>
          <p:nvPr/>
        </p:nvSpPr>
        <p:spPr>
          <a:xfrm>
            <a:off x="4383024" y="1874520"/>
            <a:ext cx="2286000" cy="457200"/>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Jadwal di tab Event</a:t>
            </a:r>
            <a:endParaRPr lang="en-US" sz="1400" dirty="0"/>
          </a:p>
        </p:txBody>
      </p:sp>
      <p:sp>
        <p:nvSpPr>
          <p:cNvPr id="12" name="simpul-201"/>
          <p:cNvSpPr/>
          <p:nvPr/>
        </p:nvSpPr>
        <p:spPr>
          <a:xfrm>
            <a:off x="4383024" y="2633472"/>
            <a:ext cx="310896" cy="310896"/>
          </a:xfrm>
          <a:prstGeom prst="ellipse">
            <a:avLst/>
          </a:prstGeom>
          <a:solidFill>
            <a:srgbClr val="E6D312"/>
          </a:solidFill>
          <a:ln w="38100">
            <a:solidFill>
              <a:srgbClr val="1A4B17"/>
            </a:solidFill>
            <a:prstDash val="solid"/>
          </a:ln>
        </p:spPr>
      </p:sp>
      <p:sp>
        <p:nvSpPr>
          <p:cNvPr id="13" name="judul-waktu-202"/>
          <p:cNvSpPr txBox="1"/>
          <p:nvPr/>
        </p:nvSpPr>
        <p:spPr>
          <a:xfrm>
            <a:off x="4383024" y="3200400"/>
            <a:ext cx="3285744" cy="624840"/>
          </a:xfrm>
          <a:prstGeom prst="rect">
            <a:avLst/>
          </a:prstGeom>
          <a:noFill/>
          <a:ln/>
        </p:spPr>
        <p:txBody>
          <a:bodyPr wrap="square" lIns="0" tIns="0" rIns="0" bIns="0" rtlCol="0" anchor="t"/>
          <a:lstStyle/>
          <a:p>
            <a:pPr indent="0" marL="0">
              <a:buNone/>
            </a:pPr>
            <a:r>
              <a:rPr lang="en-US" sz="1900" dirty="0">
                <a:solidFill>
                  <a:srgbClr val="143A12"/>
                </a:solidFill>
                <a:latin typeface="Segoe UI Semibold" pitchFamily="34" charset="0"/>
                <a:ea typeface="Segoe UI Semibold" pitchFamily="34" charset="-122"/>
                <a:cs typeface="Segoe UI Semibold" pitchFamily="34" charset="-120"/>
              </a:rPr>
              <a:t>Temu Jejaring Alumni Lintas Profesi</a:t>
            </a:r>
            <a:endParaRPr lang="en-US" sz="1900" dirty="0"/>
          </a:p>
        </p:txBody>
      </p:sp>
      <p:sp>
        <p:nvSpPr>
          <p:cNvPr id="14" name="teks-waktu-203"/>
          <p:cNvSpPr txBox="1"/>
          <p:nvPr/>
        </p:nvSpPr>
        <p:spPr>
          <a:xfrm>
            <a:off x="4383024" y="3944112"/>
            <a:ext cx="3285744" cy="2011680"/>
          </a:xfrm>
          <a:prstGeom prst="rect">
            <a:avLst/>
          </a:prstGeom>
          <a:noFill/>
          <a:ln/>
        </p:spPr>
        <p:txBody>
          <a:bodyPr wrap="square" lIns="0" tIns="0" rIns="0" bIns="0" rtlCol="0" anchor="t"/>
          <a:lstStyle/>
          <a:p>
            <a:pPr indent="0" marL="0">
              <a:buNone/>
            </a:pPr>
            <a:r>
              <a:rPr lang="en-US" sz="1500" dirty="0">
                <a:solidFill>
                  <a:srgbClr val="2E352D"/>
                </a:solidFill>
                <a:latin typeface="Segoe UI" pitchFamily="34" charset="0"/>
                <a:ea typeface="Segoe UI" pitchFamily="34" charset="-122"/>
                <a:cs typeface="Segoe UI" pitchFamily="34" charset="-120"/>
              </a:rPr>
              <a:t>Daring dan gratis. Berbagi pengalaman profesi dan saling mengenal per bidang.</a:t>
            </a:r>
            <a:endParaRPr lang="en-US" sz="1500" dirty="0"/>
          </a:p>
        </p:txBody>
      </p:sp>
      <p:sp>
        <p:nvSpPr>
          <p:cNvPr id="15" name="pil-tanggal-204"/>
          <p:cNvSpPr/>
          <p:nvPr/>
        </p:nvSpPr>
        <p:spPr>
          <a:xfrm>
            <a:off x="8080248" y="1874520"/>
            <a:ext cx="2286000" cy="457200"/>
          </a:xfrm>
          <a:prstGeom prst="roundRect">
            <a:avLst>
              <a:gd name="adj" fmla="val 50000"/>
            </a:avLst>
          </a:prstGeom>
          <a:solidFill>
            <a:srgbClr val="1A4B17"/>
          </a:solidFill>
          <a:ln/>
        </p:spPr>
      </p:sp>
      <p:sp>
        <p:nvSpPr>
          <p:cNvPr id="16" name="tanggal-205"/>
          <p:cNvSpPr txBox="1"/>
          <p:nvPr/>
        </p:nvSpPr>
        <p:spPr>
          <a:xfrm>
            <a:off x="8080248" y="1874520"/>
            <a:ext cx="2286000" cy="457200"/>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Jadwal di tab Event</a:t>
            </a:r>
            <a:endParaRPr lang="en-US" sz="1400" dirty="0"/>
          </a:p>
        </p:txBody>
      </p:sp>
      <p:sp>
        <p:nvSpPr>
          <p:cNvPr id="17" name="simpul-206"/>
          <p:cNvSpPr/>
          <p:nvPr/>
        </p:nvSpPr>
        <p:spPr>
          <a:xfrm>
            <a:off x="8080248" y="2633472"/>
            <a:ext cx="310896" cy="310896"/>
          </a:xfrm>
          <a:prstGeom prst="ellipse">
            <a:avLst/>
          </a:prstGeom>
          <a:solidFill>
            <a:srgbClr val="E6D312"/>
          </a:solidFill>
          <a:ln w="38100">
            <a:solidFill>
              <a:srgbClr val="1A4B17"/>
            </a:solidFill>
            <a:prstDash val="solid"/>
          </a:ln>
        </p:spPr>
      </p:sp>
      <p:sp>
        <p:nvSpPr>
          <p:cNvPr id="18" name="judul-waktu-207"/>
          <p:cNvSpPr txBox="1"/>
          <p:nvPr/>
        </p:nvSpPr>
        <p:spPr>
          <a:xfrm>
            <a:off x="8080248" y="3200400"/>
            <a:ext cx="3285744" cy="624840"/>
          </a:xfrm>
          <a:prstGeom prst="rect">
            <a:avLst/>
          </a:prstGeom>
          <a:noFill/>
          <a:ln/>
        </p:spPr>
        <p:txBody>
          <a:bodyPr wrap="square" lIns="0" tIns="0" rIns="0" bIns="0" rtlCol="0" anchor="t"/>
          <a:lstStyle/>
          <a:p>
            <a:pPr indent="0" marL="0">
              <a:buNone/>
            </a:pPr>
            <a:r>
              <a:rPr lang="en-US" sz="1900" dirty="0">
                <a:solidFill>
                  <a:srgbClr val="143A12"/>
                </a:solidFill>
                <a:latin typeface="Segoe UI Semibold" pitchFamily="34" charset="0"/>
                <a:ea typeface="Segoe UI Semibold" pitchFamily="34" charset="-122"/>
                <a:cs typeface="Segoe UI Semibold" pitchFamily="34" charset="-120"/>
              </a:rPr>
              <a:t>Halal Bihalal dan Silaturahmi Akbar</a:t>
            </a:r>
            <a:endParaRPr lang="en-US" sz="1900" dirty="0"/>
          </a:p>
        </p:txBody>
      </p:sp>
      <p:sp>
        <p:nvSpPr>
          <p:cNvPr id="19" name="teks-waktu-208"/>
          <p:cNvSpPr txBox="1"/>
          <p:nvPr/>
        </p:nvSpPr>
        <p:spPr>
          <a:xfrm>
            <a:off x="8080248" y="3944112"/>
            <a:ext cx="3285744" cy="2011680"/>
          </a:xfrm>
          <a:prstGeom prst="rect">
            <a:avLst/>
          </a:prstGeom>
          <a:noFill/>
          <a:ln/>
        </p:spPr>
        <p:txBody>
          <a:bodyPr wrap="square" lIns="0" tIns="0" rIns="0" bIns="0" rtlCol="0" anchor="t"/>
          <a:lstStyle/>
          <a:p>
            <a:pPr indent="0" marL="0">
              <a:buNone/>
            </a:pPr>
            <a:r>
              <a:rPr lang="en-US" sz="1500" dirty="0">
                <a:solidFill>
                  <a:srgbClr val="2E352D"/>
                </a:solidFill>
                <a:latin typeface="Segoe UI" pitchFamily="34" charset="0"/>
                <a:ea typeface="Segoe UI" pitchFamily="34" charset="-122"/>
                <a:cs typeface="Segoe UI" pitchFamily="34" charset="-120"/>
              </a:rPr>
              <a:t>Tatap muka di Pekanbaru. Daftar di tab Event, check‑in dengan QR tiket.</a:t>
            </a:r>
            <a:endParaRPr lang="en-US" sz="15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A4B17"/>
                </a:solidFill>
                <a:latin typeface="Segoe UI Semibold"/>
                <a:ea typeface="Segoe UI Semibold"/>
                <a:cs typeface="Segoe UI Semibold"/>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ext 0"/>
          <p:cNvSpPr/>
          <p:nvPr>
            <p:ph idx="100" type="title" hasCustomPrompt="1"/>
          </p:nvPr>
        </p:nvSpPr>
        <p:spPr>
          <a:xfrm>
            <a:off x="548640" y="640080"/>
            <a:ext cx="6858000" cy="1005840"/>
          </a:xfrm>
          <a:prstGeom prst="rect">
            <a:avLst/>
          </a:prstGeom>
          <a:noFill/>
          <a:ln/>
        </p:spPr>
        <p:txBody>
          <a:bodyPr wrap="square" lIns="0" tIns="0" rIns="0" bIns="0" rtlCol="0" anchor="t"/>
          <a:lstStyle/>
          <a:p>
            <a:pPr algn="l" indent="0" marL="0">
              <a:buNone/>
            </a:pPr>
            <a:r>
              <a:rPr lang="en-US" sz="3000" dirty="0">
                <a:solidFill>
                  <a:srgbClr val="FFFFFF"/>
                </a:solidFill>
                <a:latin typeface="Segoe UI Semibold" pitchFamily="34" charset="0"/>
                <a:ea typeface="Segoe UI Semibold" pitchFamily="34" charset="-122"/>
                <a:cs typeface="Segoe UI Semibold" pitchFamily="34" charset="-120"/>
              </a:rPr>
              <a:t>Unduh KAPDH Apps sekarang</a:t>
            </a:r>
            <a:endParaRPr lang="en-US" sz="3000" dirty="0"/>
          </a:p>
        </p:txBody>
      </p:sp>
      <p:sp>
        <p:nvSpPr>
          <p:cNvPr id="4" name="teks"/>
          <p:cNvSpPr txBox="1"/>
          <p:nvPr/>
        </p:nvSpPr>
        <p:spPr>
          <a:xfrm>
            <a:off x="548640" y="1828800"/>
            <a:ext cx="6400800" cy="1075944"/>
          </a:xfrm>
          <a:prstGeom prst="rect">
            <a:avLst/>
          </a:prstGeom>
          <a:noFill/>
          <a:ln/>
        </p:spPr>
        <p:txBody>
          <a:bodyPr wrap="square" lIns="0" tIns="0" rIns="0" bIns="0" rtlCol="0" anchor="t"/>
          <a:lstStyle/>
          <a:p>
            <a:pPr indent="0" marL="0">
              <a:buNone/>
            </a:pPr>
            <a:r>
              <a:rPr lang="en-US" sz="1900" dirty="0">
                <a:solidFill>
                  <a:srgbClr val="DCE6DA"/>
                </a:solidFill>
                <a:latin typeface="Segoe UI" pitchFamily="34" charset="0"/>
                <a:ea typeface="Segoe UI" pitchFamily="34" charset="-122"/>
                <a:cs typeface="Segoe UI" pitchFamily="34" charset="-120"/>
              </a:rPr>
              <a:t>Buka kapdh.or.id/unduh atau pindai kode QR di samping. Pasang aplikasi hanya dari tautan resmi di halaman itu. Mendukung Android 8.0 dan iOS 15 ke atas.</a:t>
            </a:r>
            <a:endParaRPr lang="en-US" sz="1900" dirty="0"/>
          </a:p>
        </p:txBody>
      </p:sp>
      <p:sp>
        <p:nvSpPr>
          <p:cNvPr id="5" name="tombol-209"/>
          <p:cNvSpPr/>
          <p:nvPr/>
        </p:nvSpPr>
        <p:spPr>
          <a:xfrm>
            <a:off x="548640" y="3224784"/>
            <a:ext cx="4662599" cy="658368"/>
          </a:xfrm>
          <a:prstGeom prst="roundRect">
            <a:avLst>
              <a:gd name="adj" fmla="val 50000"/>
            </a:avLst>
          </a:prstGeom>
          <a:solidFill>
            <a:srgbClr val="E6D312"/>
          </a:solidFill>
          <a:ln/>
        </p:spPr>
      </p:sp>
      <p:sp>
        <p:nvSpPr>
          <p:cNvPr id="6" name="teks-tombol-210"/>
          <p:cNvSpPr txBox="1"/>
          <p:nvPr/>
        </p:nvSpPr>
        <p:spPr>
          <a:xfrm>
            <a:off x="841248" y="3224784"/>
            <a:ext cx="4205399" cy="658368"/>
          </a:xfrm>
          <a:prstGeom prst="rect">
            <a:avLst/>
          </a:prstGeom>
          <a:noFill/>
          <a:ln/>
        </p:spPr>
        <p:txBody>
          <a:bodyPr wrap="square" lIns="0" tIns="0" rIns="0" bIns="0" rtlCol="0" anchor="ctr"/>
          <a:lstStyle/>
          <a:p>
            <a:pPr indent="0" marL="0">
              <a:buNone/>
            </a:pPr>
            <a:r>
              <a:rPr lang="en-US" sz="1800" dirty="0">
                <a:solidFill>
                  <a:srgbClr val="0E280C"/>
                </a:solidFill>
                <a:latin typeface="Segoe UI Semibold" pitchFamily="34" charset="0"/>
                <a:ea typeface="Segoe UI Semibold" pitchFamily="34" charset="-122"/>
                <a:cs typeface="Segoe UI Semibold" pitchFamily="34" charset="-120"/>
              </a:rPr>
              <a:t>Buka halaman Unduh</a:t>
            </a:r>
            <a:pPr indent="0" marL="0">
              <a:buNone/>
            </a:pPr>
            <a:r>
              <a:rPr lang="en-US" sz="1400" dirty="0">
                <a:solidFill>
                  <a:srgbClr val="1A4B17"/>
                </a:solidFill>
                <a:latin typeface="Segoe UI" pitchFamily="34" charset="0"/>
                <a:ea typeface="Segoe UI" pitchFamily="34" charset="-122"/>
                <a:cs typeface="Segoe UI" pitchFamily="34" charset="-120"/>
              </a:rPr>
              <a:t>   kapdh.or.id/unduh</a:t>
            </a:r>
            <a:endParaRPr lang="en-US" sz="1800" dirty="0"/>
          </a:p>
        </p:txBody>
      </p:sp>
      <p:sp>
        <p:nvSpPr>
          <p:cNvPr id="7" name="tombol-211"/>
          <p:cNvSpPr/>
          <p:nvPr/>
        </p:nvSpPr>
        <p:spPr>
          <a:xfrm>
            <a:off x="548640" y="4157472"/>
            <a:ext cx="4662599" cy="658368"/>
          </a:xfrm>
          <a:prstGeom prst="roundRect">
            <a:avLst>
              <a:gd name="adj" fmla="val 50000"/>
            </a:avLst>
          </a:prstGeom>
          <a:solidFill>
            <a:srgbClr val="E6D312"/>
          </a:solidFill>
          <a:ln/>
        </p:spPr>
      </p:sp>
      <p:sp>
        <p:nvSpPr>
          <p:cNvPr id="8" name="teks-tombol-212"/>
          <p:cNvSpPr txBox="1"/>
          <p:nvPr/>
        </p:nvSpPr>
        <p:spPr>
          <a:xfrm>
            <a:off x="841248" y="4157472"/>
            <a:ext cx="4205399" cy="658368"/>
          </a:xfrm>
          <a:prstGeom prst="rect">
            <a:avLst/>
          </a:prstGeom>
          <a:noFill/>
          <a:ln/>
        </p:spPr>
        <p:txBody>
          <a:bodyPr wrap="square" lIns="0" tIns="0" rIns="0" bIns="0" rtlCol="0" anchor="ctr"/>
          <a:lstStyle/>
          <a:p>
            <a:pPr indent="0" marL="0">
              <a:buNone/>
            </a:pPr>
            <a:r>
              <a:rPr lang="en-US" sz="1800" dirty="0">
                <a:solidFill>
                  <a:srgbClr val="0E280C"/>
                </a:solidFill>
                <a:latin typeface="Segoe UI Semibold" pitchFamily="34" charset="0"/>
                <a:ea typeface="Segoe UI Semibold" pitchFamily="34" charset="-122"/>
                <a:cs typeface="Segoe UI Semibold" pitchFamily="34" charset="-120"/>
              </a:rPr>
              <a:t>Baca panduan Bantuan</a:t>
            </a:r>
            <a:pPr indent="0" marL="0">
              <a:buNone/>
            </a:pPr>
            <a:r>
              <a:rPr lang="en-US" sz="1400" dirty="0">
                <a:solidFill>
                  <a:srgbClr val="1A4B17"/>
                </a:solidFill>
                <a:latin typeface="Segoe UI" pitchFamily="34" charset="0"/>
                <a:ea typeface="Segoe UI" pitchFamily="34" charset="-122"/>
                <a:cs typeface="Segoe UI" pitchFamily="34" charset="-120"/>
              </a:rPr>
              <a:t>   kapdh.or.id/bantuan</a:t>
            </a:r>
            <a:endParaRPr lang="en-US" sz="1800" dirty="0"/>
          </a:p>
        </p:txBody>
      </p:sp>
      <p:sp>
        <p:nvSpPr>
          <p:cNvPr id="9" name="kartu-qr"/>
          <p:cNvSpPr/>
          <p:nvPr/>
        </p:nvSpPr>
        <p:spPr>
          <a:xfrm>
            <a:off x="8001000" y="1097280"/>
            <a:ext cx="3566160" cy="4526280"/>
          </a:xfrm>
          <a:prstGeom prst="roundRect">
            <a:avLst>
              <a:gd name="adj" fmla="val 6410"/>
            </a:avLst>
          </a:prstGeom>
          <a:solidFill>
            <a:srgbClr val="FFFFFF"/>
          </a:solidFill>
          <a:ln/>
        </p:spPr>
      </p:sp>
      <p:pic>
        <p:nvPicPr>
          <p:cNvPr id="10" name="kode-qr" descr="Kode QR https://kapdh.or.id/unduh">    </p:cNvPr>
          <p:cNvPicPr>
            <a:picLocks noChangeAspect="1"/>
          </p:cNvPicPr>
          <p:nvPr/>
        </p:nvPicPr>
        <p:blipFill>
          <a:blip r:embed="rId1"/>
          <a:stretch>
            <a:fillRect/>
          </a:stretch>
        </p:blipFill>
        <p:spPr>
          <a:xfrm>
            <a:off x="8275320" y="1371600"/>
            <a:ext cx="3017520" cy="3017520"/>
          </a:xfrm>
          <a:prstGeom prst="rect">
            <a:avLst/>
          </a:prstGeom>
        </p:spPr>
      </p:pic>
      <p:sp>
        <p:nvSpPr>
          <p:cNvPr id="11" name="keterangan-qr"/>
          <p:cNvSpPr txBox="1"/>
          <p:nvPr/>
        </p:nvSpPr>
        <p:spPr>
          <a:xfrm>
            <a:off x="8183880" y="4526280"/>
            <a:ext cx="3200400" cy="868680"/>
          </a:xfrm>
          <a:prstGeom prst="rect">
            <a:avLst/>
          </a:prstGeom>
          <a:noFill/>
          <a:ln/>
        </p:spPr>
        <p:txBody>
          <a:bodyPr wrap="square" lIns="0" tIns="0" rIns="0" bIns="0" rtlCol="0" anchor="ctr"/>
          <a:lstStyle/>
          <a:p>
            <a:pPr algn="ctr" indent="0" marL="0">
              <a:buNone/>
            </a:pPr>
            <a:r>
              <a:rPr lang="en-US" sz="1500" dirty="0">
                <a:solidFill>
                  <a:srgbClr val="143A12"/>
                </a:solidFill>
                <a:latin typeface="Segoe UI Semibold" pitchFamily="34" charset="0"/>
                <a:ea typeface="Segoe UI Semibold" pitchFamily="34" charset="-122"/>
                <a:cs typeface="Segoe UI Semibold" pitchFamily="34" charset="-120"/>
              </a:rPr>
              <a:t>Pindai dengan kamera ponsel</a:t>
            </a:r>
            <a:endParaRPr lang="en-US" sz="1500" dirty="0"/>
          </a:p>
          <a:p>
            <a:pPr algn="ctr" indent="0" marL="0">
              <a:buNone/>
            </a:pPr>
            <a:r>
              <a:rPr lang="en-US" sz="1300" dirty="0">
                <a:solidFill>
                  <a:srgbClr val="5E665C"/>
                </a:solidFill>
                <a:latin typeface="Segoe UI" pitchFamily="34" charset="0"/>
                <a:ea typeface="Segoe UI" pitchFamily="34" charset="-122"/>
                <a:cs typeface="Segoe UI" pitchFamily="34" charset="-120"/>
              </a:rPr>
              <a:t>kapdh.or.id/unduh</a:t>
            </a:r>
            <a:endParaRPr lang="en-US" sz="15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E6D312"/>
                </a:solidFill>
                <a:latin typeface="Segoe UI Semibold"/>
                <a:ea typeface="Segoe UI Semibold"/>
                <a:cs typeface="Segoe UI Semibold"/>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3" name="logo" descr="Logo KAPDH">    </p:cNvPr>
          <p:cNvPicPr>
            <a:picLocks noChangeAspect="1"/>
          </p:cNvPicPr>
          <p:nvPr/>
        </p:nvPicPr>
        <p:blipFill>
          <a:blip r:embed="rId1"/>
          <a:stretch>
            <a:fillRect/>
          </a:stretch>
        </p:blipFill>
        <p:spPr>
          <a:xfrm>
            <a:off x="5547208" y="777240"/>
            <a:ext cx="1097280" cy="1066800"/>
          </a:xfrm>
          <a:prstGeom prst="rect">
            <a:avLst/>
          </a:prstGeom>
        </p:spPr>
      </p:pic>
      <p:sp>
        <p:nvSpPr>
          <p:cNvPr id="4" name="Text 0"/>
          <p:cNvSpPr/>
          <p:nvPr>
            <p:ph idx="100" type="title" hasCustomPrompt="1"/>
          </p:nvPr>
        </p:nvSpPr>
        <p:spPr>
          <a:xfrm>
            <a:off x="822960" y="2148840"/>
            <a:ext cx="10543032" cy="1051560"/>
          </a:xfrm>
          <a:prstGeom prst="rect">
            <a:avLst/>
          </a:prstGeom>
          <a:noFill/>
          <a:ln/>
        </p:spPr>
        <p:txBody>
          <a:bodyPr wrap="square" lIns="0" tIns="0" rIns="0" bIns="0" rtlCol="0" anchor="t"/>
          <a:lstStyle/>
          <a:p>
            <a:pPr algn="ctr" indent="0" marL="0">
              <a:buNone/>
            </a:pPr>
            <a:r>
              <a:rPr lang="en-US" sz="5400" dirty="0">
                <a:solidFill>
                  <a:srgbClr val="FFFFFF"/>
                </a:solidFill>
                <a:latin typeface="Segoe UI Black" pitchFamily="34" charset="0"/>
                <a:ea typeface="Segoe UI Black" pitchFamily="34" charset="-122"/>
                <a:cs typeface="Segoe UI Black" pitchFamily="34" charset="-120"/>
              </a:rPr>
              <a:t>Terima kasih</a:t>
            </a:r>
            <a:endParaRPr lang="en-US" sz="5400" dirty="0"/>
          </a:p>
        </p:txBody>
      </p:sp>
      <p:sp>
        <p:nvSpPr>
          <p:cNvPr id="5" name="Text 0"/>
          <p:cNvSpPr/>
          <p:nvPr>
            <p:ph idx="101" type="body" hasCustomPrompt="1"/>
          </p:nvPr>
        </p:nvSpPr>
        <p:spPr>
          <a:xfrm>
            <a:off x="1737360" y="3337560"/>
            <a:ext cx="8714232" cy="914400"/>
          </a:xfrm>
          <a:prstGeom prst="rect">
            <a:avLst/>
          </a:prstGeom>
          <a:noFill/>
          <a:ln/>
        </p:spPr>
        <p:txBody>
          <a:bodyPr wrap="square" lIns="0" tIns="0" rIns="0" bIns="0" rtlCol="0" anchor="t"/>
          <a:lstStyle/>
          <a:p>
            <a:pPr algn="ctr" indent="0" marL="0">
              <a:buNone/>
            </a:pPr>
            <a:r>
              <a:rPr lang="en-US" sz="2000" dirty="0">
                <a:solidFill>
                  <a:srgbClr val="DCE6DA"/>
                </a:solidFill>
                <a:latin typeface="Segoe UI" pitchFamily="34" charset="0"/>
                <a:ea typeface="Segoe UI" pitchFamily="34" charset="-122"/>
                <a:cs typeface="Segoe UI" pitchFamily="34" charset="-120"/>
              </a:rPr>
              <a:t>Mengabdi untuk Umat, Menjaga Silaturahmi, Meneladani Akhlak Mulia. Mari bergabung hari ini dan ajak sahabat alumni lainnya.</a:t>
            </a:r>
            <a:endParaRPr lang="en-US" sz="2000" dirty="0"/>
          </a:p>
        </p:txBody>
      </p:sp>
      <p:sp>
        <p:nvSpPr>
          <p:cNvPr id="6" name="pil-kontak"/>
          <p:cNvSpPr/>
          <p:nvPr/>
        </p:nvSpPr>
        <p:spPr>
          <a:xfrm>
            <a:off x="1930248" y="4709160"/>
            <a:ext cx="8331200" cy="603504"/>
          </a:xfrm>
          <a:prstGeom prst="roundRect">
            <a:avLst>
              <a:gd name="adj" fmla="val 50000"/>
            </a:avLst>
          </a:prstGeom>
          <a:solidFill>
            <a:srgbClr val="0E280C">
              <a:alpha val="0"/>
            </a:srgbClr>
          </a:solidFill>
          <a:ln w="15875">
            <a:solidFill>
              <a:srgbClr val="E6D312">
                <a:alpha val="70000"/>
              </a:srgbClr>
            </a:solidFill>
            <a:prstDash val="solid"/>
          </a:ln>
        </p:spPr>
      </p:sp>
      <p:sp>
        <p:nvSpPr>
          <p:cNvPr id="7" name="kontak"/>
          <p:cNvSpPr txBox="1"/>
          <p:nvPr/>
        </p:nvSpPr>
        <p:spPr>
          <a:xfrm>
            <a:off x="2021688" y="4709160"/>
            <a:ext cx="8148320" cy="603504"/>
          </a:xfrm>
          <a:prstGeom prst="rect">
            <a:avLst/>
          </a:prstGeom>
          <a:noFill/>
          <a:ln/>
        </p:spPr>
        <p:txBody>
          <a:bodyPr wrap="square" lIns="0" tIns="0" rIns="0" bIns="0" rtlCol="0" anchor="ctr"/>
          <a:lstStyle/>
          <a:p>
            <a:pPr algn="ctr" indent="0" marL="0">
              <a:buNone/>
            </a:pPr>
            <a:r>
              <a:rPr lang="en-US" sz="1600" dirty="0">
                <a:solidFill>
                  <a:srgbClr val="FFFFFF"/>
                </a:solidFill>
                <a:latin typeface="Segoe UI" pitchFamily="34" charset="0"/>
                <a:ea typeface="Segoe UI" pitchFamily="34" charset="-122"/>
                <a:cs typeface="Segoe UI" pitchFamily="34" charset="-120"/>
              </a:rPr>
              <a:t>bantuan@kapdh.or.id · WhatsApp dukungan di aplikasi · kapdh.or.id/bantuan</a:t>
            </a:r>
            <a:endParaRPr lang="en-US" sz="1600" dirty="0"/>
          </a:p>
        </p:txBody>
      </p:sp>
    </p:spTree>
  </p:cSld>
  <p:clrMapOvr>
    <a:masterClrMapping/>
  </p:clrMapOvr>
</p:sld>
</file>

<file path=ppt/theme/theme1.xml><?xml version="1.0" encoding="utf-8"?>
<a:theme xmlns:a="http://schemas.openxmlformats.org/drawingml/2006/main" name="KAPDH">
  <a:themeElements>
    <a:clrScheme name="KAPDH">
      <a:dk1>
        <a:srgbClr val="1C1B1F"/>
      </a:dk1>
      <a:lt1>
        <a:srgbClr val="FFFFFF"/>
      </a:lt1>
      <a:dk2>
        <a:srgbClr val="0E280C"/>
      </a:dk2>
      <a:lt2>
        <a:srgbClr val="F5F7F3"/>
      </a:lt2>
      <a:accent1>
        <a:srgbClr val="1A4B17"/>
      </a:accent1>
      <a:accent2>
        <a:srgbClr val="E6D312"/>
      </a:accent2>
      <a:accent3>
        <a:srgbClr val="2D7A28"/>
      </a:accent3>
      <a:accent4>
        <a:srgbClr val="E3F0E1"/>
      </a:accent4>
      <a:accent5>
        <a:srgbClr val="8A5A00"/>
      </a:accent5>
      <a:accent6>
        <a:srgbClr val="B3261E"/>
      </a:accent6>
      <a:hlink>
        <a:srgbClr val="2D7A28"/>
      </a:hlink>
      <a:folHlink>
        <a:srgbClr val="215E1E"/>
      </a:folHlink>
    </a:clrScheme>
    <a:fontScheme name="KAPDH">
      <a:majorFont>
        <a:latin typeface="Segoe UI Semibol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Perkumpulan Keluarga Alumni Pesantren Darel Hikmah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Peluncuran KAPDH Apps dan Silaturahmi Alumni</dc:title>
  <dc:subject>Presentasi peluncuran KAPDH Apps</dc:subject>
  <dc:creator>KAPDH</dc:creator>
  <cp:lastModifiedBy>KAPDH</cp:lastModifiedBy>
  <cp:revision>1</cp:revision>
  <dcterms:created xsi:type="dcterms:W3CDTF">2026-10-25T14:03:07Z</dcterms:created>
  <dcterms:modified xsi:type="dcterms:W3CDTF">2026-10-25T14:03:07Z</dcterms:modified>
</cp:coreProperties>
</file>